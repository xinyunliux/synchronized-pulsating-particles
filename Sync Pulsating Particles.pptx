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8" r:id="rId3"/>
    <p:sldId id="269" r:id="rId4"/>
    <p:sldId id="257" r:id="rId5"/>
    <p:sldId id="266" r:id="rId6"/>
    <p:sldId id="258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D" id="{69BAB055-93DE-4101-AE9B-CA5EC1C09EF9}">
          <p14:sldIdLst>
            <p14:sldId id="267"/>
          </p14:sldIdLst>
        </p14:section>
        <p14:section name="2D" id="{A73C3347-2A24-4E3F-9504-E5B266E7E6D3}">
          <p14:sldIdLst>
            <p14:sldId id="268"/>
            <p14:sldId id="269"/>
            <p14:sldId id="257"/>
            <p14:sldId id="266"/>
            <p14:sldId id="258"/>
            <p14:sldId id="260"/>
          </p14:sldIdLst>
        </p14:section>
        <p14:section name="Result" id="{04310B56-2B64-49BC-B03A-8B25C2B3068F}">
          <p14:sldIdLst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E6098C-AFF8-4FD0-8886-88B400D47492}" v="198" dt="2025-11-12T21:17:01.3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648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14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nyun Liu" userId="00abab794cb05154" providerId="LiveId" clId="{616BF934-90B7-4C0B-925E-FDA9D10CCDBA}"/>
    <pc:docChg chg="undo custSel addSld delSld modSld">
      <pc:chgData name="Xinyun Liu" userId="00abab794cb05154" providerId="LiveId" clId="{616BF934-90B7-4C0B-925E-FDA9D10CCDBA}" dt="2025-11-12T21:17:01.396" v="1116" actId="20577"/>
      <pc:docMkLst>
        <pc:docMk/>
      </pc:docMkLst>
      <pc:sldChg chg="addSp delSp modSp new mod">
        <pc:chgData name="Xinyun Liu" userId="00abab794cb05154" providerId="LiveId" clId="{616BF934-90B7-4C0B-925E-FDA9D10CCDBA}" dt="2025-11-12T21:17:01.396" v="1116" actId="20577"/>
        <pc:sldMkLst>
          <pc:docMk/>
          <pc:sldMk cId="85213054" sldId="256"/>
        </pc:sldMkLst>
        <pc:spChg chg="add mod">
          <ac:chgData name="Xinyun Liu" userId="00abab794cb05154" providerId="LiveId" clId="{616BF934-90B7-4C0B-925E-FDA9D10CCDBA}" dt="2025-11-07T17:12:45.617" v="279" actId="1076"/>
          <ac:spMkLst>
            <pc:docMk/>
            <pc:sldMk cId="85213054" sldId="256"/>
            <ac:spMk id="2" creationId="{1281DC2A-F230-DA1D-2F21-6F5156AF740D}"/>
          </ac:spMkLst>
        </pc:spChg>
        <pc:spChg chg="add mod">
          <ac:chgData name="Xinyun Liu" userId="00abab794cb05154" providerId="LiveId" clId="{616BF934-90B7-4C0B-925E-FDA9D10CCDBA}" dt="2025-11-07T17:26:49.056" v="358" actId="20577"/>
          <ac:spMkLst>
            <pc:docMk/>
            <pc:sldMk cId="85213054" sldId="256"/>
            <ac:spMk id="3" creationId="{23FE7BDD-F94A-789A-7992-4BFEF8DB2AEE}"/>
          </ac:spMkLst>
        </pc:spChg>
        <pc:spChg chg="add mod">
          <ac:chgData name="Xinyun Liu" userId="00abab794cb05154" providerId="LiveId" clId="{616BF934-90B7-4C0B-925E-FDA9D10CCDBA}" dt="2025-11-12T21:17:01.396" v="1116" actId="20577"/>
          <ac:spMkLst>
            <pc:docMk/>
            <pc:sldMk cId="85213054" sldId="256"/>
            <ac:spMk id="4" creationId="{AFE1D417-9BC2-0E82-6F01-99A19F7BE73E}"/>
          </ac:spMkLst>
        </pc:spChg>
        <pc:spChg chg="add mod">
          <ac:chgData name="Xinyun Liu" userId="00abab794cb05154" providerId="LiveId" clId="{616BF934-90B7-4C0B-925E-FDA9D10CCDBA}" dt="2025-11-07T17:12:44.126" v="278" actId="1076"/>
          <ac:spMkLst>
            <pc:docMk/>
            <pc:sldMk cId="85213054" sldId="256"/>
            <ac:spMk id="5" creationId="{FBFA9191-17FA-6BBA-A29C-4D7E95FB79AC}"/>
          </ac:spMkLst>
        </pc:spChg>
        <pc:spChg chg="add mod">
          <ac:chgData name="Xinyun Liu" userId="00abab794cb05154" providerId="LiveId" clId="{616BF934-90B7-4C0B-925E-FDA9D10CCDBA}" dt="2025-11-07T17:27:50.032" v="368" actId="1076"/>
          <ac:spMkLst>
            <pc:docMk/>
            <pc:sldMk cId="85213054" sldId="256"/>
            <ac:spMk id="7" creationId="{F19144C6-69EA-3EEA-1738-287DAD04955F}"/>
          </ac:spMkLst>
        </pc:spChg>
        <pc:spChg chg="add mod">
          <ac:chgData name="Xinyun Liu" userId="00abab794cb05154" providerId="LiveId" clId="{616BF934-90B7-4C0B-925E-FDA9D10CCDBA}" dt="2025-11-07T17:24:26.463" v="339" actId="1076"/>
          <ac:spMkLst>
            <pc:docMk/>
            <pc:sldMk cId="85213054" sldId="256"/>
            <ac:spMk id="10" creationId="{FFFE51B4-E4E1-8B32-20C6-29EF7D285209}"/>
          </ac:spMkLst>
        </pc:spChg>
        <pc:spChg chg="add mod">
          <ac:chgData name="Xinyun Liu" userId="00abab794cb05154" providerId="LiveId" clId="{616BF934-90B7-4C0B-925E-FDA9D10CCDBA}" dt="2025-11-12T21:15:27.166" v="1103" actId="1076"/>
          <ac:spMkLst>
            <pc:docMk/>
            <pc:sldMk cId="85213054" sldId="256"/>
            <ac:spMk id="12" creationId="{C0A3B636-F0B9-E3E8-4283-DDB359DE55C4}"/>
          </ac:spMkLst>
        </pc:spChg>
        <pc:spChg chg="add mod">
          <ac:chgData name="Xinyun Liu" userId="00abab794cb05154" providerId="LiveId" clId="{616BF934-90B7-4C0B-925E-FDA9D10CCDBA}" dt="2025-11-07T17:27:58.606" v="370" actId="1076"/>
          <ac:spMkLst>
            <pc:docMk/>
            <pc:sldMk cId="85213054" sldId="256"/>
            <ac:spMk id="13" creationId="{5B13E2A1-E75D-31EE-A337-024B2AC5A486}"/>
          </ac:spMkLst>
        </pc:spChg>
        <pc:spChg chg="add mod">
          <ac:chgData name="Xinyun Liu" userId="00abab794cb05154" providerId="LiveId" clId="{616BF934-90B7-4C0B-925E-FDA9D10CCDBA}" dt="2025-11-07T17:27:53.204" v="369" actId="1076"/>
          <ac:spMkLst>
            <pc:docMk/>
            <pc:sldMk cId="85213054" sldId="256"/>
            <ac:spMk id="14" creationId="{57C6F375-28F7-340C-0371-1597BA18C83B}"/>
          </ac:spMkLst>
        </pc:spChg>
        <pc:picChg chg="add mod">
          <ac:chgData name="Xinyun Liu" userId="00abab794cb05154" providerId="LiveId" clId="{616BF934-90B7-4C0B-925E-FDA9D10CCDBA}" dt="2025-11-07T20:08:45.426" v="529" actId="1076"/>
          <ac:picMkLst>
            <pc:docMk/>
            <pc:sldMk cId="85213054" sldId="256"/>
            <ac:picMk id="6" creationId="{6CF2CE58-B23D-15EB-AE03-06FB2410BD65}"/>
          </ac:picMkLst>
        </pc:picChg>
      </pc:sldChg>
      <pc:sldChg chg="addSp delSp modSp add mod">
        <pc:chgData name="Xinyun Liu" userId="00abab794cb05154" providerId="LiveId" clId="{616BF934-90B7-4C0B-925E-FDA9D10CCDBA}" dt="2025-11-12T19:48:28.177" v="1089" actId="1076"/>
        <pc:sldMkLst>
          <pc:docMk/>
          <pc:sldMk cId="141475685" sldId="257"/>
        </pc:sldMkLst>
        <pc:spChg chg="add mod">
          <ac:chgData name="Xinyun Liu" userId="00abab794cb05154" providerId="LiveId" clId="{616BF934-90B7-4C0B-925E-FDA9D10CCDBA}" dt="2025-11-12T19:36:09.557" v="1018"/>
          <ac:spMkLst>
            <pc:docMk/>
            <pc:sldMk cId="141475685" sldId="257"/>
            <ac:spMk id="2" creationId="{FEBE8168-078D-2CF2-95AD-25F55AB2B2D5}"/>
          </ac:spMkLst>
        </pc:spChg>
        <pc:spChg chg="add mod ord">
          <ac:chgData name="Xinyun Liu" userId="00abab794cb05154" providerId="LiveId" clId="{616BF934-90B7-4C0B-925E-FDA9D10CCDBA}" dt="2025-11-12T19:36:09.557" v="1018"/>
          <ac:spMkLst>
            <pc:docMk/>
            <pc:sldMk cId="141475685" sldId="257"/>
            <ac:spMk id="3" creationId="{9A92BDC4-E73A-400C-4F84-9F0ECF10E5C5}"/>
          </ac:spMkLst>
        </pc:spChg>
        <pc:spChg chg="add mod">
          <ac:chgData name="Xinyun Liu" userId="00abab794cb05154" providerId="LiveId" clId="{616BF934-90B7-4C0B-925E-FDA9D10CCDBA}" dt="2025-11-12T19:36:09.557" v="1018"/>
          <ac:spMkLst>
            <pc:docMk/>
            <pc:sldMk cId="141475685" sldId="257"/>
            <ac:spMk id="4" creationId="{AEC6032A-E87C-93DF-B244-30DD689CCDF7}"/>
          </ac:spMkLst>
        </pc:spChg>
        <pc:spChg chg="add mod">
          <ac:chgData name="Xinyun Liu" userId="00abab794cb05154" providerId="LiveId" clId="{616BF934-90B7-4C0B-925E-FDA9D10CCDBA}" dt="2025-11-12T19:36:09.557" v="1018"/>
          <ac:spMkLst>
            <pc:docMk/>
            <pc:sldMk cId="141475685" sldId="257"/>
            <ac:spMk id="5" creationId="{592FA860-0441-4D0F-9F7C-5B129201E023}"/>
          </ac:spMkLst>
        </pc:spChg>
        <pc:spChg chg="add mod">
          <ac:chgData name="Xinyun Liu" userId="00abab794cb05154" providerId="LiveId" clId="{616BF934-90B7-4C0B-925E-FDA9D10CCDBA}" dt="2025-11-12T19:36:09.557" v="1018"/>
          <ac:spMkLst>
            <pc:docMk/>
            <pc:sldMk cId="141475685" sldId="257"/>
            <ac:spMk id="6" creationId="{95BCFC5C-5E38-411A-3A86-7163103A3851}"/>
          </ac:spMkLst>
        </pc:spChg>
        <pc:spChg chg="add mod">
          <ac:chgData name="Xinyun Liu" userId="00abab794cb05154" providerId="LiveId" clId="{616BF934-90B7-4C0B-925E-FDA9D10CCDBA}" dt="2025-11-12T19:36:09.557" v="1018"/>
          <ac:spMkLst>
            <pc:docMk/>
            <pc:sldMk cId="141475685" sldId="257"/>
            <ac:spMk id="7" creationId="{73997B11-A2BF-3804-7A4B-3ED71F07580F}"/>
          </ac:spMkLst>
        </pc:spChg>
        <pc:spChg chg="add mod">
          <ac:chgData name="Xinyun Liu" userId="00abab794cb05154" providerId="LiveId" clId="{616BF934-90B7-4C0B-925E-FDA9D10CCDBA}" dt="2025-11-12T19:36:09.557" v="1018"/>
          <ac:spMkLst>
            <pc:docMk/>
            <pc:sldMk cId="141475685" sldId="257"/>
            <ac:spMk id="8" creationId="{27A9B095-35D4-B6ED-0E26-79D539246E95}"/>
          </ac:spMkLst>
        </pc:spChg>
        <pc:spChg chg="add mod topLvl">
          <ac:chgData name="Xinyun Liu" userId="00abab794cb05154" providerId="LiveId" clId="{616BF934-90B7-4C0B-925E-FDA9D10CCDBA}" dt="2025-11-12T19:33:15.147" v="984" actId="14100"/>
          <ac:spMkLst>
            <pc:docMk/>
            <pc:sldMk cId="141475685" sldId="257"/>
            <ac:spMk id="9" creationId="{BA1C26C1-A243-BB39-F307-425FA015FF35}"/>
          </ac:spMkLst>
        </pc:spChg>
        <pc:spChg chg="add mod topLvl">
          <ac:chgData name="Xinyun Liu" userId="00abab794cb05154" providerId="LiveId" clId="{616BF934-90B7-4C0B-925E-FDA9D10CCDBA}" dt="2025-11-12T19:34:14.865" v="1002" actId="1076"/>
          <ac:spMkLst>
            <pc:docMk/>
            <pc:sldMk cId="141475685" sldId="257"/>
            <ac:spMk id="10" creationId="{00D4EC41-F49E-C4B4-6F85-60A4552A7683}"/>
          </ac:spMkLst>
        </pc:spChg>
        <pc:spChg chg="add mod topLvl">
          <ac:chgData name="Xinyun Liu" userId="00abab794cb05154" providerId="LiveId" clId="{616BF934-90B7-4C0B-925E-FDA9D10CCDBA}" dt="2025-11-12T19:32:55.241" v="978" actId="404"/>
          <ac:spMkLst>
            <pc:docMk/>
            <pc:sldMk cId="141475685" sldId="257"/>
            <ac:spMk id="11" creationId="{922235CD-F51C-E9AD-D347-A109B41FE85C}"/>
          </ac:spMkLst>
        </pc:spChg>
        <pc:spChg chg="add mod topLvl">
          <ac:chgData name="Xinyun Liu" userId="00abab794cb05154" providerId="LiveId" clId="{616BF934-90B7-4C0B-925E-FDA9D10CCDBA}" dt="2025-11-12T19:32:55.241" v="978" actId="404"/>
          <ac:spMkLst>
            <pc:docMk/>
            <pc:sldMk cId="141475685" sldId="257"/>
            <ac:spMk id="12" creationId="{3132F6AA-558A-CD7E-9DE5-F90F93C2C8DE}"/>
          </ac:spMkLst>
        </pc:spChg>
        <pc:spChg chg="add mod topLvl">
          <ac:chgData name="Xinyun Liu" userId="00abab794cb05154" providerId="LiveId" clId="{616BF934-90B7-4C0B-925E-FDA9D10CCDBA}" dt="2025-11-12T19:32:55.241" v="978" actId="404"/>
          <ac:spMkLst>
            <pc:docMk/>
            <pc:sldMk cId="141475685" sldId="257"/>
            <ac:spMk id="13" creationId="{84ACDA8E-35F4-0ABA-9D9C-BB6BEA25B9C7}"/>
          </ac:spMkLst>
        </pc:spChg>
        <pc:spChg chg="add mod topLvl">
          <ac:chgData name="Xinyun Liu" userId="00abab794cb05154" providerId="LiveId" clId="{616BF934-90B7-4C0B-925E-FDA9D10CCDBA}" dt="2025-11-12T19:33:59.056" v="999" actId="1076"/>
          <ac:spMkLst>
            <pc:docMk/>
            <pc:sldMk cId="141475685" sldId="257"/>
            <ac:spMk id="14" creationId="{446CA5C9-7D67-2837-1D1B-91DBCD2AEBCF}"/>
          </ac:spMkLst>
        </pc:spChg>
        <pc:spChg chg="add mod topLvl">
          <ac:chgData name="Xinyun Liu" userId="00abab794cb05154" providerId="LiveId" clId="{616BF934-90B7-4C0B-925E-FDA9D10CCDBA}" dt="2025-11-12T19:33:59.056" v="999" actId="1076"/>
          <ac:spMkLst>
            <pc:docMk/>
            <pc:sldMk cId="141475685" sldId="257"/>
            <ac:spMk id="15" creationId="{26EE864D-D282-B617-C209-03B0668FD328}"/>
          </ac:spMkLst>
        </pc:spChg>
        <pc:spChg chg="add mod">
          <ac:chgData name="Xinyun Liu" userId="00abab794cb05154" providerId="LiveId" clId="{616BF934-90B7-4C0B-925E-FDA9D10CCDBA}" dt="2025-11-12T19:33:30.835" v="992" actId="403"/>
          <ac:spMkLst>
            <pc:docMk/>
            <pc:sldMk cId="141475685" sldId="257"/>
            <ac:spMk id="16" creationId="{7378EB7B-3590-ABB2-EE21-344EFD0DBA55}"/>
          </ac:spMkLst>
        </pc:spChg>
        <pc:spChg chg="add mod">
          <ac:chgData name="Xinyun Liu" userId="00abab794cb05154" providerId="LiveId" clId="{616BF934-90B7-4C0B-925E-FDA9D10CCDBA}" dt="2025-11-12T19:33:30.835" v="992" actId="403"/>
          <ac:spMkLst>
            <pc:docMk/>
            <pc:sldMk cId="141475685" sldId="257"/>
            <ac:spMk id="17" creationId="{2B7CB6E2-0F53-D706-1714-F17CA93F26ED}"/>
          </ac:spMkLst>
        </pc:spChg>
        <pc:spChg chg="add mod">
          <ac:chgData name="Xinyun Liu" userId="00abab794cb05154" providerId="LiveId" clId="{616BF934-90B7-4C0B-925E-FDA9D10CCDBA}" dt="2025-11-12T19:13:45.899" v="890" actId="571"/>
          <ac:spMkLst>
            <pc:docMk/>
            <pc:sldMk cId="141475685" sldId="257"/>
            <ac:spMk id="20" creationId="{C7903A92-7FFB-EB65-8A37-D55136B5AC01}"/>
          </ac:spMkLst>
        </pc:spChg>
        <pc:spChg chg="add mod">
          <ac:chgData name="Xinyun Liu" userId="00abab794cb05154" providerId="LiveId" clId="{616BF934-90B7-4C0B-925E-FDA9D10CCDBA}" dt="2025-11-12T19:36:57.126" v="1028" actId="1076"/>
          <ac:spMkLst>
            <pc:docMk/>
            <pc:sldMk cId="141475685" sldId="257"/>
            <ac:spMk id="21" creationId="{7B0F0BBB-F9A4-226C-ED9B-D03FDC57E736}"/>
          </ac:spMkLst>
        </pc:spChg>
        <pc:spChg chg="add mod">
          <ac:chgData name="Xinyun Liu" userId="00abab794cb05154" providerId="LiveId" clId="{616BF934-90B7-4C0B-925E-FDA9D10CCDBA}" dt="2025-11-12T19:36:17.755" v="1019" actId="1076"/>
          <ac:spMkLst>
            <pc:docMk/>
            <pc:sldMk cId="141475685" sldId="257"/>
            <ac:spMk id="22" creationId="{4D49CF84-2ABD-6FF5-A4FD-CA3A1828ADEF}"/>
          </ac:spMkLst>
        </pc:spChg>
        <pc:spChg chg="add mod">
          <ac:chgData name="Xinyun Liu" userId="00abab794cb05154" providerId="LiveId" clId="{616BF934-90B7-4C0B-925E-FDA9D10CCDBA}" dt="2025-11-12T19:48:26.418" v="1088" actId="1076"/>
          <ac:spMkLst>
            <pc:docMk/>
            <pc:sldMk cId="141475685" sldId="257"/>
            <ac:spMk id="23" creationId="{EAD6B84F-4602-BAA4-4686-CF5B13FCA9CA}"/>
          </ac:spMkLst>
        </pc:spChg>
        <pc:spChg chg="add mod">
          <ac:chgData name="Xinyun Liu" userId="00abab794cb05154" providerId="LiveId" clId="{616BF934-90B7-4C0B-925E-FDA9D10CCDBA}" dt="2025-11-12T19:48:28.177" v="1089" actId="1076"/>
          <ac:spMkLst>
            <pc:docMk/>
            <pc:sldMk cId="141475685" sldId="257"/>
            <ac:spMk id="24" creationId="{E082B053-D3AC-DDF7-614A-464BA251B390}"/>
          </ac:spMkLst>
        </pc:spChg>
        <pc:grpChg chg="add del mod">
          <ac:chgData name="Xinyun Liu" userId="00abab794cb05154" providerId="LiveId" clId="{616BF934-90B7-4C0B-925E-FDA9D10CCDBA}" dt="2025-11-12T19:22:04.458" v="960" actId="165"/>
          <ac:grpSpMkLst>
            <pc:docMk/>
            <pc:sldMk cId="141475685" sldId="257"/>
            <ac:grpSpMk id="18" creationId="{2A77D484-1DFF-14D4-0D28-733B4DC7F6A4}"/>
          </ac:grpSpMkLst>
        </pc:grpChg>
        <pc:grpChg chg="add mod">
          <ac:chgData name="Xinyun Liu" userId="00abab794cb05154" providerId="LiveId" clId="{616BF934-90B7-4C0B-925E-FDA9D10CCDBA}" dt="2025-11-12T19:36:09.557" v="1018"/>
          <ac:grpSpMkLst>
            <pc:docMk/>
            <pc:sldMk cId="141475685" sldId="257"/>
            <ac:grpSpMk id="19" creationId="{AAD5A4B0-0AC5-9986-EA33-B761F65C0400}"/>
          </ac:grpSpMkLst>
        </pc:grpChg>
      </pc:sldChg>
      <pc:sldChg chg="addSp delSp modSp add mod">
        <pc:chgData name="Xinyun Liu" userId="00abab794cb05154" providerId="LiveId" clId="{616BF934-90B7-4C0B-925E-FDA9D10CCDBA}" dt="2025-11-10T18:31:38.968" v="631" actId="208"/>
        <pc:sldMkLst>
          <pc:docMk/>
          <pc:sldMk cId="316813143" sldId="258"/>
        </pc:sldMkLst>
        <pc:grpChg chg="add mod">
          <ac:chgData name="Xinyun Liu" userId="00abab794cb05154" providerId="LiveId" clId="{616BF934-90B7-4C0B-925E-FDA9D10CCDBA}" dt="2025-11-10T18:29:15.535" v="616" actId="1076"/>
          <ac:grpSpMkLst>
            <pc:docMk/>
            <pc:sldMk cId="316813143" sldId="258"/>
            <ac:grpSpMk id="12" creationId="{AE43F0A9-07A9-0991-FEDE-6290A90EA579}"/>
          </ac:grpSpMkLst>
        </pc:grpChg>
        <pc:grpChg chg="add mod">
          <ac:chgData name="Xinyun Liu" userId="00abab794cb05154" providerId="LiveId" clId="{616BF934-90B7-4C0B-925E-FDA9D10CCDBA}" dt="2025-11-10T18:31:27.518" v="629" actId="1076"/>
          <ac:grpSpMkLst>
            <pc:docMk/>
            <pc:sldMk cId="316813143" sldId="258"/>
            <ac:grpSpMk id="13" creationId="{F8BC67F1-9C71-BB84-4962-E43D744EF366}"/>
          </ac:grpSpMkLst>
        </pc:grpChg>
        <pc:grpChg chg="add mod">
          <ac:chgData name="Xinyun Liu" userId="00abab794cb05154" providerId="LiveId" clId="{616BF934-90B7-4C0B-925E-FDA9D10CCDBA}" dt="2025-11-10T18:31:25.212" v="628" actId="1076"/>
          <ac:grpSpMkLst>
            <pc:docMk/>
            <pc:sldMk cId="316813143" sldId="258"/>
            <ac:grpSpMk id="18" creationId="{52646D3B-6533-E50F-01EB-83422DBDFCB1}"/>
          </ac:grpSpMkLst>
        </pc:grpChg>
        <pc:grpChg chg="add mod">
          <ac:chgData name="Xinyun Liu" userId="00abab794cb05154" providerId="LiveId" clId="{616BF934-90B7-4C0B-925E-FDA9D10CCDBA}" dt="2025-11-10T18:30:01.842" v="623" actId="1076"/>
          <ac:grpSpMkLst>
            <pc:docMk/>
            <pc:sldMk cId="316813143" sldId="258"/>
            <ac:grpSpMk id="23" creationId="{B60BB022-B500-F83B-8A55-76DCB45E4FFE}"/>
          </ac:grpSpMkLst>
        </pc:grpChg>
        <pc:grpChg chg="add mod">
          <ac:chgData name="Xinyun Liu" userId="00abab794cb05154" providerId="LiveId" clId="{616BF934-90B7-4C0B-925E-FDA9D10CCDBA}" dt="2025-11-10T18:29:57.160" v="621" actId="1076"/>
          <ac:grpSpMkLst>
            <pc:docMk/>
            <pc:sldMk cId="316813143" sldId="258"/>
            <ac:grpSpMk id="28" creationId="{0CB57363-1800-E6EB-7706-453D757E75F3}"/>
          </ac:grpSpMkLst>
        </pc:grpChg>
        <pc:graphicFrameChg chg="add mod modGraphic">
          <ac:chgData name="Xinyun Liu" userId="00abab794cb05154" providerId="LiveId" clId="{616BF934-90B7-4C0B-925E-FDA9D10CCDBA}" dt="2025-11-10T18:27:06.088" v="592" actId="21"/>
          <ac:graphicFrameMkLst>
            <pc:docMk/>
            <pc:sldMk cId="316813143" sldId="258"/>
            <ac:graphicFrameMk id="2" creationId="{8E64F547-6337-422C-A2BD-C42C606667E8}"/>
          </ac:graphicFrameMkLst>
        </pc:graphicFrameChg>
        <pc:cxnChg chg="add del mod">
          <ac:chgData name="Xinyun Liu" userId="00abab794cb05154" providerId="LiveId" clId="{616BF934-90B7-4C0B-925E-FDA9D10CCDBA}" dt="2025-11-10T18:31:38.968" v="631" actId="208"/>
          <ac:cxnSpMkLst>
            <pc:docMk/>
            <pc:sldMk cId="316813143" sldId="258"/>
            <ac:cxnSpMk id="5" creationId="{B9D656C6-2D53-4898-E1F3-C17300CB5F70}"/>
          </ac:cxnSpMkLst>
        </pc:cxnChg>
        <pc:cxnChg chg="add del mod">
          <ac:chgData name="Xinyun Liu" userId="00abab794cb05154" providerId="LiveId" clId="{616BF934-90B7-4C0B-925E-FDA9D10CCDBA}" dt="2025-11-10T18:31:38.968" v="631" actId="208"/>
          <ac:cxnSpMkLst>
            <pc:docMk/>
            <pc:sldMk cId="316813143" sldId="258"/>
            <ac:cxnSpMk id="7" creationId="{E7CD518D-675A-49B2-F9F1-C60C097C8ED7}"/>
          </ac:cxnSpMkLst>
        </pc:cxnChg>
        <pc:cxnChg chg="add del mod">
          <ac:chgData name="Xinyun Liu" userId="00abab794cb05154" providerId="LiveId" clId="{616BF934-90B7-4C0B-925E-FDA9D10CCDBA}" dt="2025-11-10T18:31:38.968" v="631" actId="208"/>
          <ac:cxnSpMkLst>
            <pc:docMk/>
            <pc:sldMk cId="316813143" sldId="258"/>
            <ac:cxnSpMk id="9" creationId="{15A078CF-B971-1496-3193-CAD0670B359F}"/>
          </ac:cxnSpMkLst>
        </pc:cxnChg>
        <pc:cxnChg chg="add del mod">
          <ac:chgData name="Xinyun Liu" userId="00abab794cb05154" providerId="LiveId" clId="{616BF934-90B7-4C0B-925E-FDA9D10CCDBA}" dt="2025-11-10T18:31:38.968" v="631" actId="208"/>
          <ac:cxnSpMkLst>
            <pc:docMk/>
            <pc:sldMk cId="316813143" sldId="258"/>
            <ac:cxnSpMk id="11" creationId="{188D1602-8FDF-A004-7D90-BFDEE43C13CA}"/>
          </ac:cxnSpMkLst>
        </pc:cxnChg>
        <pc:cxnChg chg="mod">
          <ac:chgData name="Xinyun Liu" userId="00abab794cb05154" providerId="LiveId" clId="{616BF934-90B7-4C0B-925E-FDA9D10CCDBA}" dt="2025-11-10T18:28:39.644" v="610" actId="208"/>
          <ac:cxnSpMkLst>
            <pc:docMk/>
            <pc:sldMk cId="316813143" sldId="258"/>
            <ac:cxnSpMk id="14" creationId="{158CFED0-ED79-EFDA-0DD3-CD9EB580B881}"/>
          </ac:cxnSpMkLst>
        </pc:cxnChg>
        <pc:cxnChg chg="mod">
          <ac:chgData name="Xinyun Liu" userId="00abab794cb05154" providerId="LiveId" clId="{616BF934-90B7-4C0B-925E-FDA9D10CCDBA}" dt="2025-11-10T18:28:39.644" v="610" actId="208"/>
          <ac:cxnSpMkLst>
            <pc:docMk/>
            <pc:sldMk cId="316813143" sldId="258"/>
            <ac:cxnSpMk id="15" creationId="{9080A618-45E5-BE74-DC6B-E159297F94EF}"/>
          </ac:cxnSpMkLst>
        </pc:cxnChg>
        <pc:cxnChg chg="mod">
          <ac:chgData name="Xinyun Liu" userId="00abab794cb05154" providerId="LiveId" clId="{616BF934-90B7-4C0B-925E-FDA9D10CCDBA}" dt="2025-11-10T18:28:39.644" v="610" actId="208"/>
          <ac:cxnSpMkLst>
            <pc:docMk/>
            <pc:sldMk cId="316813143" sldId="258"/>
            <ac:cxnSpMk id="16" creationId="{7CF87AE3-8B2D-3656-1C82-13EEEA2283D1}"/>
          </ac:cxnSpMkLst>
        </pc:cxnChg>
        <pc:cxnChg chg="mod">
          <ac:chgData name="Xinyun Liu" userId="00abab794cb05154" providerId="LiveId" clId="{616BF934-90B7-4C0B-925E-FDA9D10CCDBA}" dt="2025-11-10T18:28:39.644" v="610" actId="208"/>
          <ac:cxnSpMkLst>
            <pc:docMk/>
            <pc:sldMk cId="316813143" sldId="258"/>
            <ac:cxnSpMk id="17" creationId="{5F84498A-7E33-463B-7AD7-C098D3BB8FC7}"/>
          </ac:cxnSpMkLst>
        </pc:cxnChg>
        <pc:cxnChg chg="mod">
          <ac:chgData name="Xinyun Liu" userId="00abab794cb05154" providerId="LiveId" clId="{616BF934-90B7-4C0B-925E-FDA9D10CCDBA}" dt="2025-11-10T18:29:33.196" v="617" actId="571"/>
          <ac:cxnSpMkLst>
            <pc:docMk/>
            <pc:sldMk cId="316813143" sldId="258"/>
            <ac:cxnSpMk id="19" creationId="{90E26807-0E52-D8CB-02CE-BBAD6A5ADF24}"/>
          </ac:cxnSpMkLst>
        </pc:cxnChg>
        <pc:cxnChg chg="mod">
          <ac:chgData name="Xinyun Liu" userId="00abab794cb05154" providerId="LiveId" clId="{616BF934-90B7-4C0B-925E-FDA9D10CCDBA}" dt="2025-11-10T18:29:33.196" v="617" actId="571"/>
          <ac:cxnSpMkLst>
            <pc:docMk/>
            <pc:sldMk cId="316813143" sldId="258"/>
            <ac:cxnSpMk id="20" creationId="{6CBCE06E-E7E4-F861-98F4-726CB65DF708}"/>
          </ac:cxnSpMkLst>
        </pc:cxnChg>
        <pc:cxnChg chg="mod">
          <ac:chgData name="Xinyun Liu" userId="00abab794cb05154" providerId="LiveId" clId="{616BF934-90B7-4C0B-925E-FDA9D10CCDBA}" dt="2025-11-10T18:29:33.196" v="617" actId="571"/>
          <ac:cxnSpMkLst>
            <pc:docMk/>
            <pc:sldMk cId="316813143" sldId="258"/>
            <ac:cxnSpMk id="21" creationId="{E655D2FB-50DC-E55F-D7C6-2D6E2D8C35BA}"/>
          </ac:cxnSpMkLst>
        </pc:cxnChg>
        <pc:cxnChg chg="mod">
          <ac:chgData name="Xinyun Liu" userId="00abab794cb05154" providerId="LiveId" clId="{616BF934-90B7-4C0B-925E-FDA9D10CCDBA}" dt="2025-11-10T18:29:33.196" v="617" actId="571"/>
          <ac:cxnSpMkLst>
            <pc:docMk/>
            <pc:sldMk cId="316813143" sldId="258"/>
            <ac:cxnSpMk id="22" creationId="{B3EF74D2-C017-3A8F-AAA8-513FE884A4C2}"/>
          </ac:cxnSpMkLst>
        </pc:cxnChg>
        <pc:cxnChg chg="mod">
          <ac:chgData name="Xinyun Liu" userId="00abab794cb05154" providerId="LiveId" clId="{616BF934-90B7-4C0B-925E-FDA9D10CCDBA}" dt="2025-11-10T18:29:36.992" v="618" actId="571"/>
          <ac:cxnSpMkLst>
            <pc:docMk/>
            <pc:sldMk cId="316813143" sldId="258"/>
            <ac:cxnSpMk id="24" creationId="{AB0C78CF-6277-73AA-2A82-8832D5C2D94D}"/>
          </ac:cxnSpMkLst>
        </pc:cxnChg>
        <pc:cxnChg chg="mod">
          <ac:chgData name="Xinyun Liu" userId="00abab794cb05154" providerId="LiveId" clId="{616BF934-90B7-4C0B-925E-FDA9D10CCDBA}" dt="2025-11-10T18:29:36.992" v="618" actId="571"/>
          <ac:cxnSpMkLst>
            <pc:docMk/>
            <pc:sldMk cId="316813143" sldId="258"/>
            <ac:cxnSpMk id="25" creationId="{0C0B8385-DDA3-D76A-FA21-561033E237BC}"/>
          </ac:cxnSpMkLst>
        </pc:cxnChg>
        <pc:cxnChg chg="mod">
          <ac:chgData name="Xinyun Liu" userId="00abab794cb05154" providerId="LiveId" clId="{616BF934-90B7-4C0B-925E-FDA9D10CCDBA}" dt="2025-11-10T18:29:36.992" v="618" actId="571"/>
          <ac:cxnSpMkLst>
            <pc:docMk/>
            <pc:sldMk cId="316813143" sldId="258"/>
            <ac:cxnSpMk id="26" creationId="{602DCB8A-7ACB-7B7E-0877-05EFAF6E9A91}"/>
          </ac:cxnSpMkLst>
        </pc:cxnChg>
        <pc:cxnChg chg="mod">
          <ac:chgData name="Xinyun Liu" userId="00abab794cb05154" providerId="LiveId" clId="{616BF934-90B7-4C0B-925E-FDA9D10CCDBA}" dt="2025-11-10T18:29:36.992" v="618" actId="571"/>
          <ac:cxnSpMkLst>
            <pc:docMk/>
            <pc:sldMk cId="316813143" sldId="258"/>
            <ac:cxnSpMk id="27" creationId="{F86B348D-7599-9F21-778B-44BF04259A72}"/>
          </ac:cxnSpMkLst>
        </pc:cxnChg>
        <pc:cxnChg chg="mod">
          <ac:chgData name="Xinyun Liu" userId="00abab794cb05154" providerId="LiveId" clId="{616BF934-90B7-4C0B-925E-FDA9D10CCDBA}" dt="2025-11-10T18:29:55.665" v="620" actId="571"/>
          <ac:cxnSpMkLst>
            <pc:docMk/>
            <pc:sldMk cId="316813143" sldId="258"/>
            <ac:cxnSpMk id="29" creationId="{B466C9DC-DEA9-0D2F-6C1A-27788AEE3BC7}"/>
          </ac:cxnSpMkLst>
        </pc:cxnChg>
        <pc:cxnChg chg="mod">
          <ac:chgData name="Xinyun Liu" userId="00abab794cb05154" providerId="LiveId" clId="{616BF934-90B7-4C0B-925E-FDA9D10CCDBA}" dt="2025-11-10T18:29:55.665" v="620" actId="571"/>
          <ac:cxnSpMkLst>
            <pc:docMk/>
            <pc:sldMk cId="316813143" sldId="258"/>
            <ac:cxnSpMk id="30" creationId="{5E230EBF-8789-9D54-032B-3C6D91DD9CCF}"/>
          </ac:cxnSpMkLst>
        </pc:cxnChg>
        <pc:cxnChg chg="mod">
          <ac:chgData name="Xinyun Liu" userId="00abab794cb05154" providerId="LiveId" clId="{616BF934-90B7-4C0B-925E-FDA9D10CCDBA}" dt="2025-11-10T18:29:55.665" v="620" actId="571"/>
          <ac:cxnSpMkLst>
            <pc:docMk/>
            <pc:sldMk cId="316813143" sldId="258"/>
            <ac:cxnSpMk id="31" creationId="{DB4B45AB-ECB7-0C4A-638A-31229E87D423}"/>
          </ac:cxnSpMkLst>
        </pc:cxnChg>
        <pc:cxnChg chg="mod">
          <ac:chgData name="Xinyun Liu" userId="00abab794cb05154" providerId="LiveId" clId="{616BF934-90B7-4C0B-925E-FDA9D10CCDBA}" dt="2025-11-10T18:29:55.665" v="620" actId="571"/>
          <ac:cxnSpMkLst>
            <pc:docMk/>
            <pc:sldMk cId="316813143" sldId="258"/>
            <ac:cxnSpMk id="32" creationId="{8A3380A1-5AEB-A807-2E59-913083C85EC2}"/>
          </ac:cxnSpMkLst>
        </pc:cxnChg>
      </pc:sldChg>
      <pc:sldChg chg="addSp modSp add del mod">
        <pc:chgData name="Xinyun Liu" userId="00abab794cb05154" providerId="LiveId" clId="{616BF934-90B7-4C0B-925E-FDA9D10CCDBA}" dt="2025-11-12T18:55:47.154" v="661" actId="47"/>
        <pc:sldMkLst>
          <pc:docMk/>
          <pc:sldMk cId="1075529572" sldId="259"/>
        </pc:sldMkLst>
        <pc:grpChg chg="add mod">
          <ac:chgData name="Xinyun Liu" userId="00abab794cb05154" providerId="LiveId" clId="{616BF934-90B7-4C0B-925E-FDA9D10CCDBA}" dt="2025-11-11T00:20:11.782" v="642" actId="14100"/>
          <ac:grpSpMkLst>
            <pc:docMk/>
            <pc:sldMk cId="1075529572" sldId="259"/>
            <ac:grpSpMk id="15" creationId="{C3108156-B804-2947-6A1D-FEB08B9EDEC8}"/>
          </ac:grpSpMkLst>
        </pc:grpChg>
        <pc:picChg chg="add mod">
          <ac:chgData name="Xinyun Liu" userId="00abab794cb05154" providerId="LiveId" clId="{616BF934-90B7-4C0B-925E-FDA9D10CCDBA}" dt="2025-11-11T00:19:46.270" v="639" actId="1076"/>
          <ac:picMkLst>
            <pc:docMk/>
            <pc:sldMk cId="1075529572" sldId="259"/>
            <ac:picMk id="2" creationId="{A5AF8F17-CBD7-E5A4-30DF-5CA0EECC935B}"/>
          </ac:picMkLst>
        </pc:picChg>
        <pc:picChg chg="mod">
          <ac:chgData name="Xinyun Liu" userId="00abab794cb05154" providerId="LiveId" clId="{616BF934-90B7-4C0B-925E-FDA9D10CCDBA}" dt="2025-11-11T00:19:13.394" v="632"/>
          <ac:picMkLst>
            <pc:docMk/>
            <pc:sldMk cId="1075529572" sldId="259"/>
            <ac:picMk id="6" creationId="{B070F5B9-1CC6-1FBD-A17C-CD460D0E97AA}"/>
          </ac:picMkLst>
        </pc:picChg>
        <pc:picChg chg="mod">
          <ac:chgData name="Xinyun Liu" userId="00abab794cb05154" providerId="LiveId" clId="{616BF934-90B7-4C0B-925E-FDA9D10CCDBA}" dt="2025-11-11T00:19:13.394" v="632"/>
          <ac:picMkLst>
            <pc:docMk/>
            <pc:sldMk cId="1075529572" sldId="259"/>
            <ac:picMk id="7" creationId="{0000E244-8748-2E42-17CF-1DB78139A5F2}"/>
          </ac:picMkLst>
        </pc:picChg>
        <pc:picChg chg="mod">
          <ac:chgData name="Xinyun Liu" userId="00abab794cb05154" providerId="LiveId" clId="{616BF934-90B7-4C0B-925E-FDA9D10CCDBA}" dt="2025-11-11T00:19:13.394" v="632"/>
          <ac:picMkLst>
            <pc:docMk/>
            <pc:sldMk cId="1075529572" sldId="259"/>
            <ac:picMk id="8" creationId="{84AC0239-3875-5C38-CC68-A5DF878B682D}"/>
          </ac:picMkLst>
        </pc:picChg>
        <pc:picChg chg="mod">
          <ac:chgData name="Xinyun Liu" userId="00abab794cb05154" providerId="LiveId" clId="{616BF934-90B7-4C0B-925E-FDA9D10CCDBA}" dt="2025-11-11T00:19:13.394" v="632"/>
          <ac:picMkLst>
            <pc:docMk/>
            <pc:sldMk cId="1075529572" sldId="259"/>
            <ac:picMk id="9" creationId="{C18B2FDD-B7EC-1EC3-B245-5F542DEFC52D}"/>
          </ac:picMkLst>
        </pc:picChg>
        <pc:picChg chg="mod">
          <ac:chgData name="Xinyun Liu" userId="00abab794cb05154" providerId="LiveId" clId="{616BF934-90B7-4C0B-925E-FDA9D10CCDBA}" dt="2025-11-11T00:19:13.394" v="632"/>
          <ac:picMkLst>
            <pc:docMk/>
            <pc:sldMk cId="1075529572" sldId="259"/>
            <ac:picMk id="10" creationId="{290EF33D-2F0E-C209-ADAE-F6FDAFA07B6C}"/>
          </ac:picMkLst>
        </pc:picChg>
        <pc:picChg chg="mod">
          <ac:chgData name="Xinyun Liu" userId="00abab794cb05154" providerId="LiveId" clId="{616BF934-90B7-4C0B-925E-FDA9D10CCDBA}" dt="2025-11-11T00:19:13.394" v="632"/>
          <ac:picMkLst>
            <pc:docMk/>
            <pc:sldMk cId="1075529572" sldId="259"/>
            <ac:picMk id="11" creationId="{F7B2C954-8BCC-3FA0-B88E-90F6994E930D}"/>
          </ac:picMkLst>
        </pc:picChg>
        <pc:picChg chg="mod">
          <ac:chgData name="Xinyun Liu" userId="00abab794cb05154" providerId="LiveId" clId="{616BF934-90B7-4C0B-925E-FDA9D10CCDBA}" dt="2025-11-11T00:19:13.394" v="632"/>
          <ac:picMkLst>
            <pc:docMk/>
            <pc:sldMk cId="1075529572" sldId="259"/>
            <ac:picMk id="12" creationId="{8ABB2120-125D-1306-F267-931AB3569E6A}"/>
          </ac:picMkLst>
        </pc:picChg>
        <pc:picChg chg="mod">
          <ac:chgData name="Xinyun Liu" userId="00abab794cb05154" providerId="LiveId" clId="{616BF934-90B7-4C0B-925E-FDA9D10CCDBA}" dt="2025-11-11T00:19:13.394" v="632"/>
          <ac:picMkLst>
            <pc:docMk/>
            <pc:sldMk cId="1075529572" sldId="259"/>
            <ac:picMk id="13" creationId="{314CEC68-18A3-0D63-6AB5-C008743BC791}"/>
          </ac:picMkLst>
        </pc:picChg>
        <pc:picChg chg="mod">
          <ac:chgData name="Xinyun Liu" userId="00abab794cb05154" providerId="LiveId" clId="{616BF934-90B7-4C0B-925E-FDA9D10CCDBA}" dt="2025-11-11T00:19:13.394" v="632"/>
          <ac:picMkLst>
            <pc:docMk/>
            <pc:sldMk cId="1075529572" sldId="259"/>
            <ac:picMk id="14" creationId="{44B2C572-441E-D33C-3022-516032D8D6A5}"/>
          </ac:picMkLst>
        </pc:picChg>
      </pc:sldChg>
      <pc:sldChg chg="addSp delSp modSp add mod">
        <pc:chgData name="Xinyun Liu" userId="00abab794cb05154" providerId="LiveId" clId="{616BF934-90B7-4C0B-925E-FDA9D10CCDBA}" dt="2025-11-12T18:57:52.219" v="776" actId="21"/>
        <pc:sldMkLst>
          <pc:docMk/>
          <pc:sldMk cId="2651126701" sldId="260"/>
        </pc:sldMkLst>
        <pc:spChg chg="add del mod">
          <ac:chgData name="Xinyun Liu" userId="00abab794cb05154" providerId="LiveId" clId="{616BF934-90B7-4C0B-925E-FDA9D10CCDBA}" dt="2025-11-12T18:57:52.219" v="776" actId="21"/>
          <ac:spMkLst>
            <pc:docMk/>
            <pc:sldMk cId="2651126701" sldId="260"/>
            <ac:spMk id="3" creationId="{ACDE0A5F-1BCA-E165-B96A-3F9602496E7B}"/>
          </ac:spMkLst>
        </pc:spChg>
        <pc:spChg chg="add mod">
          <ac:chgData name="Xinyun Liu" userId="00abab794cb05154" providerId="LiveId" clId="{616BF934-90B7-4C0B-925E-FDA9D10CCDBA}" dt="2025-11-12T18:57:47.601" v="775"/>
          <ac:spMkLst>
            <pc:docMk/>
            <pc:sldMk cId="2651126701" sldId="260"/>
            <ac:spMk id="4" creationId="{4EB32507-A7ED-6C45-A128-0B1A31B33534}"/>
          </ac:spMkLst>
        </pc:spChg>
        <pc:picChg chg="add mod">
          <ac:chgData name="Xinyun Liu" userId="00abab794cb05154" providerId="LiveId" clId="{616BF934-90B7-4C0B-925E-FDA9D10CCDBA}" dt="2025-11-12T18:56:02.094" v="668" actId="1076"/>
          <ac:picMkLst>
            <pc:docMk/>
            <pc:sldMk cId="2651126701" sldId="260"/>
            <ac:picMk id="2" creationId="{8C5C1BA5-0BF4-4F00-BF4D-9962E0CC3FB6}"/>
          </ac:picMkLst>
        </pc:picChg>
      </pc:sldChg>
      <pc:sldChg chg="add">
        <pc:chgData name="Xinyun Liu" userId="00abab794cb05154" providerId="LiveId" clId="{616BF934-90B7-4C0B-925E-FDA9D10CCDBA}" dt="2025-11-06T19:52:42.783" v="6"/>
        <pc:sldMkLst>
          <pc:docMk/>
          <pc:sldMk cId="771567426" sldId="261"/>
        </pc:sldMkLst>
      </pc:sldChg>
      <pc:sldChg chg="add">
        <pc:chgData name="Xinyun Liu" userId="00abab794cb05154" providerId="LiveId" clId="{616BF934-90B7-4C0B-925E-FDA9D10CCDBA}" dt="2025-11-06T19:52:43.005" v="7"/>
        <pc:sldMkLst>
          <pc:docMk/>
          <pc:sldMk cId="4078629361" sldId="262"/>
        </pc:sldMkLst>
      </pc:sldChg>
      <pc:sldChg chg="add">
        <pc:chgData name="Xinyun Liu" userId="00abab794cb05154" providerId="LiveId" clId="{616BF934-90B7-4C0B-925E-FDA9D10CCDBA}" dt="2025-11-06T19:52:43.183" v="8"/>
        <pc:sldMkLst>
          <pc:docMk/>
          <pc:sldMk cId="1563720824" sldId="263"/>
        </pc:sldMkLst>
      </pc:sldChg>
      <pc:sldChg chg="add">
        <pc:chgData name="Xinyun Liu" userId="00abab794cb05154" providerId="LiveId" clId="{616BF934-90B7-4C0B-925E-FDA9D10CCDBA}" dt="2025-11-06T19:52:45.561" v="9"/>
        <pc:sldMkLst>
          <pc:docMk/>
          <pc:sldMk cId="1802871309" sldId="264"/>
        </pc:sldMkLst>
      </pc:sldChg>
      <pc:sldChg chg="add">
        <pc:chgData name="Xinyun Liu" userId="00abab794cb05154" providerId="LiveId" clId="{616BF934-90B7-4C0B-925E-FDA9D10CCDBA}" dt="2025-11-06T19:52:45.784" v="10"/>
        <pc:sldMkLst>
          <pc:docMk/>
          <pc:sldMk cId="51260397" sldId="265"/>
        </pc:sldMkLst>
      </pc:sldChg>
      <pc:sldChg chg="addSp delSp modSp new mod">
        <pc:chgData name="Xinyun Liu" userId="00abab794cb05154" providerId="LiveId" clId="{616BF934-90B7-4C0B-925E-FDA9D10CCDBA}" dt="2025-11-12T19:53:18.276" v="1102" actId="1076"/>
        <pc:sldMkLst>
          <pc:docMk/>
          <pc:sldMk cId="2145661193" sldId="266"/>
        </pc:sldMkLst>
        <pc:spChg chg="del">
          <ac:chgData name="Xinyun Liu" userId="00abab794cb05154" providerId="LiveId" clId="{616BF934-90B7-4C0B-925E-FDA9D10CCDBA}" dt="2025-11-12T19:52:18.849" v="1091" actId="478"/>
          <ac:spMkLst>
            <pc:docMk/>
            <pc:sldMk cId="2145661193" sldId="266"/>
            <ac:spMk id="2" creationId="{3B3CA2CC-D4DF-0D73-82A8-B21FCF6B95E3}"/>
          </ac:spMkLst>
        </pc:spChg>
        <pc:spChg chg="del">
          <ac:chgData name="Xinyun Liu" userId="00abab794cb05154" providerId="LiveId" clId="{616BF934-90B7-4C0B-925E-FDA9D10CCDBA}" dt="2025-11-12T19:52:18.849" v="1091" actId="478"/>
          <ac:spMkLst>
            <pc:docMk/>
            <pc:sldMk cId="2145661193" sldId="266"/>
            <ac:spMk id="3" creationId="{873FA85F-9E06-E6DB-E60E-EA6A08D85311}"/>
          </ac:spMkLst>
        </pc:spChg>
        <pc:spChg chg="add mod">
          <ac:chgData name="Xinyun Liu" userId="00abab794cb05154" providerId="LiveId" clId="{616BF934-90B7-4C0B-925E-FDA9D10CCDBA}" dt="2025-11-12T19:52:20.517" v="1093"/>
          <ac:spMkLst>
            <pc:docMk/>
            <pc:sldMk cId="2145661193" sldId="266"/>
            <ac:spMk id="5" creationId="{1308AC64-FEA8-03E5-A975-6548354DDAF5}"/>
          </ac:spMkLst>
        </pc:spChg>
        <pc:spChg chg="add mod">
          <ac:chgData name="Xinyun Liu" userId="00abab794cb05154" providerId="LiveId" clId="{616BF934-90B7-4C0B-925E-FDA9D10CCDBA}" dt="2025-11-12T19:52:20.517" v="1093"/>
          <ac:spMkLst>
            <pc:docMk/>
            <pc:sldMk cId="2145661193" sldId="266"/>
            <ac:spMk id="6" creationId="{BCF1A223-51A3-DA11-B756-50F9EFE48A47}"/>
          </ac:spMkLst>
        </pc:spChg>
        <pc:spChg chg="add mod">
          <ac:chgData name="Xinyun Liu" userId="00abab794cb05154" providerId="LiveId" clId="{616BF934-90B7-4C0B-925E-FDA9D10CCDBA}" dt="2025-11-12T19:52:20.517" v="1093"/>
          <ac:spMkLst>
            <pc:docMk/>
            <pc:sldMk cId="2145661193" sldId="266"/>
            <ac:spMk id="7" creationId="{4EBC552E-FADC-1164-5EE3-F947489E057D}"/>
          </ac:spMkLst>
        </pc:spChg>
        <pc:spChg chg="add mod">
          <ac:chgData name="Xinyun Liu" userId="00abab794cb05154" providerId="LiveId" clId="{616BF934-90B7-4C0B-925E-FDA9D10CCDBA}" dt="2025-11-12T19:52:20.517" v="1093"/>
          <ac:spMkLst>
            <pc:docMk/>
            <pc:sldMk cId="2145661193" sldId="266"/>
            <ac:spMk id="8" creationId="{396E9133-8612-7720-F865-CA0C6FD5DE1B}"/>
          </ac:spMkLst>
        </pc:spChg>
        <pc:spChg chg="add mod">
          <ac:chgData name="Xinyun Liu" userId="00abab794cb05154" providerId="LiveId" clId="{616BF934-90B7-4C0B-925E-FDA9D10CCDBA}" dt="2025-11-12T19:52:20.517" v="1093"/>
          <ac:spMkLst>
            <pc:docMk/>
            <pc:sldMk cId="2145661193" sldId="266"/>
            <ac:spMk id="9" creationId="{33A0C667-535B-D386-6C3D-F32DB6598504}"/>
          </ac:spMkLst>
        </pc:spChg>
        <pc:spChg chg="add mod">
          <ac:chgData name="Xinyun Liu" userId="00abab794cb05154" providerId="LiveId" clId="{616BF934-90B7-4C0B-925E-FDA9D10CCDBA}" dt="2025-11-12T19:52:20.517" v="1093"/>
          <ac:spMkLst>
            <pc:docMk/>
            <pc:sldMk cId="2145661193" sldId="266"/>
            <ac:spMk id="10" creationId="{7F5B2397-F9CD-CE2A-3DED-1175B344038B}"/>
          </ac:spMkLst>
        </pc:spChg>
        <pc:spChg chg="add mod">
          <ac:chgData name="Xinyun Liu" userId="00abab794cb05154" providerId="LiveId" clId="{616BF934-90B7-4C0B-925E-FDA9D10CCDBA}" dt="2025-11-12T19:52:20.517" v="1093"/>
          <ac:spMkLst>
            <pc:docMk/>
            <pc:sldMk cId="2145661193" sldId="266"/>
            <ac:spMk id="12" creationId="{6F2E68BB-FD5F-9742-3A45-735AB8D44E50}"/>
          </ac:spMkLst>
        </pc:spChg>
        <pc:spChg chg="add mod">
          <ac:chgData name="Xinyun Liu" userId="00abab794cb05154" providerId="LiveId" clId="{616BF934-90B7-4C0B-925E-FDA9D10CCDBA}" dt="2025-11-12T19:52:20.517" v="1093"/>
          <ac:spMkLst>
            <pc:docMk/>
            <pc:sldMk cId="2145661193" sldId="266"/>
            <ac:spMk id="13" creationId="{0F5FB607-82EC-CC88-AEB4-ED2128ACB229}"/>
          </ac:spMkLst>
        </pc:spChg>
        <pc:spChg chg="add mod">
          <ac:chgData name="Xinyun Liu" userId="00abab794cb05154" providerId="LiveId" clId="{616BF934-90B7-4C0B-925E-FDA9D10CCDBA}" dt="2025-11-12T19:52:20.517" v="1093"/>
          <ac:spMkLst>
            <pc:docMk/>
            <pc:sldMk cId="2145661193" sldId="266"/>
            <ac:spMk id="14" creationId="{856FC7D3-1A41-458D-4D25-BDB855F74124}"/>
          </ac:spMkLst>
        </pc:spChg>
        <pc:spChg chg="add mod">
          <ac:chgData name="Xinyun Liu" userId="00abab794cb05154" providerId="LiveId" clId="{616BF934-90B7-4C0B-925E-FDA9D10CCDBA}" dt="2025-11-12T19:52:20.517" v="1093"/>
          <ac:spMkLst>
            <pc:docMk/>
            <pc:sldMk cId="2145661193" sldId="266"/>
            <ac:spMk id="15" creationId="{111D07E9-CBFB-7FA5-12BC-6C62247F5F8A}"/>
          </ac:spMkLst>
        </pc:spChg>
        <pc:picChg chg="add mod">
          <ac:chgData name="Xinyun Liu" userId="00abab794cb05154" providerId="LiveId" clId="{616BF934-90B7-4C0B-925E-FDA9D10CCDBA}" dt="2025-11-12T19:53:11.672" v="1098" actId="1076"/>
          <ac:picMkLst>
            <pc:docMk/>
            <pc:sldMk cId="2145661193" sldId="266"/>
            <ac:picMk id="16" creationId="{F72D05BD-A927-7404-60D6-65FF7559802E}"/>
          </ac:picMkLst>
        </pc:picChg>
        <pc:picChg chg="add mod">
          <ac:chgData name="Xinyun Liu" userId="00abab794cb05154" providerId="LiveId" clId="{616BF934-90B7-4C0B-925E-FDA9D10CCDBA}" dt="2025-11-12T19:53:18.276" v="1102" actId="1076"/>
          <ac:picMkLst>
            <pc:docMk/>
            <pc:sldMk cId="2145661193" sldId="266"/>
            <ac:picMk id="17" creationId="{5C4AEDD7-BA01-002A-98F1-985D5E40474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C3B66-52D3-29BB-3166-021ACD982E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532B35-FE17-6671-39AF-0419E1A454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ED7A5-217E-C940-ECC1-CC7739DAA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4EA5-11AB-41EA-8173-A20817411FC9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BA2EF-497D-5C84-BB95-AA0A81581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4737D-5ABF-7E92-1995-C5A991440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6509F-5200-4B09-8AFE-0C42ACB4A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559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D5BC5-80F7-84DB-D981-012B5F794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D7461-8335-CF22-8827-8EEAC8496F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759FB0-64CF-FD57-7F70-B182EC10B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4EA5-11AB-41EA-8173-A20817411FC9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0819F-7C32-55BF-04A8-2F4C774A4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4B014-E314-423F-4FA0-ACF731AC6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6509F-5200-4B09-8AFE-0C42ACB4A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534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2EE17-E525-8484-EF39-E14453C2A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54C17F-1A1F-F16F-C620-C64E0A7559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3572FB-9E09-2445-DCF8-74970B36C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4EA5-11AB-41EA-8173-A20817411FC9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C3AC9-55B2-C36D-C333-56759BF47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71B849-8293-B023-F0AD-3B33A205E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6509F-5200-4B09-8AFE-0C42ACB4A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423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133C6-883F-68A4-34F9-E81F3F062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E02A8-0106-C2CC-32DA-C13FFAEE1C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0101F0-CA59-8CEF-F166-2CF4B699A8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981B8F-A8CA-9F95-974A-659404C09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4EA5-11AB-41EA-8173-A20817411FC9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4908A8-F77D-7ED4-3A13-081B6B50A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19D432-A098-9060-EDAB-5DFCC8B3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6509F-5200-4B09-8AFE-0C42ACB4A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577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72180-8C01-F59D-244D-0C6CAD821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A0E375-067D-D78F-9EB1-EFDD49E36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ADEC2B-AA00-0B68-492A-69981625B8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4058D6-FD9B-D14F-6C3F-3E1AAF3306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396F58-3C44-A3A6-E499-8334FA7DB8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01ADB6-9A37-9A39-930F-551C77D49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4EA5-11AB-41EA-8173-A20817411FC9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A5FEBF-10CE-20F8-4894-C7A6DA635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6D2BAB-76D7-4FC3-5500-469433A26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6509F-5200-4B09-8AFE-0C42ACB4A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819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F9634-3184-8D47-FD2C-4C9F9365B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28B1D3-50B2-23DB-36A1-8145139B6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4EA5-11AB-41EA-8173-A20817411FC9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1B9749-3FFD-DA2F-FDB6-3E602F3F6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95A177-F58D-803A-41D8-8A7AB7840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6509F-5200-4B09-8AFE-0C42ACB4A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341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5256DD-6623-26B8-D536-8A5CD11FC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4EA5-11AB-41EA-8173-A20817411FC9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E63CB9-C2BA-4E1C-50F0-E044FD217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E54CA6-7261-F87B-97F5-CC5FF732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6509F-5200-4B09-8AFE-0C42ACB4A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170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412E5-94BC-FAF2-7755-2C7B4CE1D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DD50E-8FAB-B4E6-3300-F2C090295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07C74A-B376-6778-2937-BD64927255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3FB6D6-F359-1690-345B-A773C01D8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4EA5-11AB-41EA-8173-A20817411FC9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ACB3E3-B920-8351-0068-4BBDAF5B8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8AD6BC-64BD-FB52-5568-9BEDE4EFE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6509F-5200-4B09-8AFE-0C42ACB4A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900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E80C4-D327-328F-42A7-3ADD7EEBE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F14B17-10BF-C790-523D-D6DB03BF48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97971A-9151-245B-E777-83CD71F163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CC6F89-8EBB-1592-6639-580370553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4EA5-11AB-41EA-8173-A20817411FC9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B1FC86-092D-64BE-0D5B-0E5C275DF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D50A97-83B1-505A-95E7-BB13B5489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6509F-5200-4B09-8AFE-0C42ACB4A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017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F27A8-F94D-E5ED-F9DC-BD19AC71C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D72A7C-8772-3898-69C6-0D94B8CAFF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155D6-4C04-FCA4-7AD1-2A3C3DAF7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4EA5-11AB-41EA-8173-A20817411FC9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D16BFA-3ACB-EE4B-944D-B3B44B437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95E10-CC71-3333-3EE5-4F90EA048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6509F-5200-4B09-8AFE-0C42ACB4A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816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994E05-63D2-4C8F-50DA-9E15AC7658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25FF1B-116C-39A7-3D66-059EFAF6D2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545496-A154-A9CC-8B93-A93405EE3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4EA5-11AB-41EA-8173-A20817411FC9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5059A-A0BD-F385-4663-5812F8D28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F55BB-701B-2DBF-69FE-F0EE31FF9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6509F-5200-4B09-8AFE-0C42ACB4A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472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5B070D-49F2-BBAD-ADF5-75B96E350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7AF511-EE0E-AC13-7D21-77997BD49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32F9C-2F9A-55B8-5959-F46F940FE6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FB4EA5-11AB-41EA-8173-A20817411FC9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95B57-C9EC-ED8F-2E29-1E6FB5B9A4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72DD96-30C7-730F-8B79-C81F6D7A47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F6509F-5200-4B09-8AFE-0C42ACB4A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382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20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image" Target="../media/image111.pn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55D02D9-4991-49E7-9E4C-363565C4863C}"/>
                  </a:ext>
                </a:extLst>
              </p:cNvPr>
              <p:cNvSpPr txBox="1"/>
              <p:nvPr/>
            </p:nvSpPr>
            <p:spPr>
              <a:xfrm>
                <a:off x="196014" y="301509"/>
                <a:ext cx="9527106" cy="4637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−14</m:t>
                              </m:r>
                            </m:sup>
                          </m:s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−8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−14</m:t>
                              </m:r>
                            </m:sup>
                          </m:s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−8</m:t>
                              </m:r>
                            </m:sup>
                          </m:sSup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55D02D9-4991-49E7-9E4C-363565C486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14" y="301509"/>
                <a:ext cx="9527106" cy="46371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482B1F8-9301-39C1-C2E7-656B3CFE22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5543" y="108154"/>
            <a:ext cx="2268302" cy="182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977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41529-B58C-62E3-B44C-0A9A6236C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E413013-9CE7-E089-618E-FF463EF1050F}"/>
                  </a:ext>
                </a:extLst>
              </p:cNvPr>
              <p:cNvSpPr txBox="1"/>
              <p:nvPr/>
            </p:nvSpPr>
            <p:spPr>
              <a:xfrm>
                <a:off x="4264528" y="551296"/>
                <a:ext cx="2563443" cy="70352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E413013-9CE7-E089-618E-FF463EF105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4528" y="551296"/>
                <a:ext cx="2563443" cy="7035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0F6BB28-848D-8815-90EA-C7256C66CE15}"/>
                  </a:ext>
                </a:extLst>
              </p:cNvPr>
              <p:cNvSpPr txBox="1"/>
              <p:nvPr/>
            </p:nvSpPr>
            <p:spPr>
              <a:xfrm>
                <a:off x="7658279" y="16505"/>
                <a:ext cx="3256469" cy="7250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0F6BB28-848D-8815-90EA-C7256C66CE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8279" y="16505"/>
                <a:ext cx="3256469" cy="7250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DB56295-6416-FD2A-D83D-C4CFA3E04F9A}"/>
                  </a:ext>
                </a:extLst>
              </p:cNvPr>
              <p:cNvSpPr txBox="1"/>
              <p:nvPr/>
            </p:nvSpPr>
            <p:spPr>
              <a:xfrm>
                <a:off x="2617844" y="1497713"/>
                <a:ext cx="6087564" cy="7250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=48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p>
                          </m:sSup>
                        </m:e>
                      </m:d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DB56295-6416-FD2A-D83D-C4CFA3E04F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7844" y="1497713"/>
                <a:ext cx="6087564" cy="7250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38C9A6-4316-A7B5-72B3-17E59F435BA8}"/>
                  </a:ext>
                </a:extLst>
              </p:cNvPr>
              <p:cNvSpPr txBox="1"/>
              <p:nvPr/>
            </p:nvSpPr>
            <p:spPr>
              <a:xfrm>
                <a:off x="2012633" y="3362743"/>
                <a:ext cx="6510803" cy="7757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48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))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𝑟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𝑖𝑗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0.5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𝑟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𝑖𝑗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sup>
                              </m:sSup>
                            </m:e>
                          </m:d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38C9A6-4316-A7B5-72B3-17E59F435B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2633" y="3362743"/>
                <a:ext cx="6510803" cy="7757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6D63AE-B611-40EA-6B6A-A24E110FA107}"/>
                  </a:ext>
                </a:extLst>
              </p:cNvPr>
              <p:cNvSpPr txBox="1"/>
              <p:nvPr/>
            </p:nvSpPr>
            <p:spPr>
              <a:xfrm>
                <a:off x="5027103" y="4342641"/>
                <a:ext cx="1882402" cy="9106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48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6D63AE-B611-40EA-6B6A-A24E110FA1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7103" y="4342641"/>
                <a:ext cx="1882402" cy="9106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C405F9D-C5B8-104C-8354-7B04A00D43A9}"/>
                  </a:ext>
                </a:extLst>
              </p:cNvPr>
              <p:cNvSpPr txBox="1"/>
              <p:nvPr/>
            </p:nvSpPr>
            <p:spPr>
              <a:xfrm>
                <a:off x="3173276" y="4613324"/>
                <a:ext cx="188240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C405F9D-C5B8-104C-8354-7B04A00D43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3276" y="4613324"/>
                <a:ext cx="188240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CAD090D9-C593-5584-FB99-942B4FF61A4E}"/>
              </a:ext>
            </a:extLst>
          </p:cNvPr>
          <p:cNvSpPr txBox="1"/>
          <p:nvPr/>
        </p:nvSpPr>
        <p:spPr>
          <a:xfrm>
            <a:off x="176169" y="146067"/>
            <a:ext cx="7281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a system of a large amount of particles interacting through LJ potential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1E196F-8B34-3EF0-5123-7DE9403DB816}"/>
              </a:ext>
            </a:extLst>
          </p:cNvPr>
          <p:cNvSpPr txBox="1"/>
          <p:nvPr/>
        </p:nvSpPr>
        <p:spPr>
          <a:xfrm>
            <a:off x="176169" y="1180799"/>
            <a:ext cx="1807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Where the force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5BCAE7-24D6-CEBE-528F-1BDE92C9BD1D}"/>
              </a:ext>
            </a:extLst>
          </p:cNvPr>
          <p:cNvSpPr txBox="1"/>
          <p:nvPr/>
        </p:nvSpPr>
        <p:spPr>
          <a:xfrm>
            <a:off x="176169" y="2314882"/>
            <a:ext cx="78838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interaction range is controlled by the particle size, modulated periodically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A353BF8-5080-5467-A7A9-96DBBCCC3404}"/>
                  </a:ext>
                </a:extLst>
              </p:cNvPr>
              <p:cNvSpPr txBox="1"/>
              <p:nvPr/>
            </p:nvSpPr>
            <p:spPr>
              <a:xfrm>
                <a:off x="3658037" y="2868413"/>
                <a:ext cx="325146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fun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A353BF8-5080-5467-A7A9-96DBBCCC34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8037" y="2868413"/>
                <a:ext cx="3251468" cy="276999"/>
              </a:xfrm>
              <a:prstGeom prst="rect">
                <a:avLst/>
              </a:prstGeom>
              <a:blipFill>
                <a:blip r:embed="rId8"/>
                <a:stretch>
                  <a:fillRect l="-750" t="-4444" r="-2251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67269835-FC61-AC0B-2975-FE222AED33F8}"/>
              </a:ext>
            </a:extLst>
          </p:cNvPr>
          <p:cNvSpPr txBox="1"/>
          <p:nvPr/>
        </p:nvSpPr>
        <p:spPr>
          <a:xfrm>
            <a:off x="176169" y="4022266"/>
            <a:ext cx="3153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Normalize the time and space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751E63-457F-BD92-84C0-0D0E703335DA}"/>
              </a:ext>
            </a:extLst>
          </p:cNvPr>
          <p:cNvSpPr txBox="1"/>
          <p:nvPr/>
        </p:nvSpPr>
        <p:spPr>
          <a:xfrm>
            <a:off x="176169" y="5174032"/>
            <a:ext cx="3672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get </a:t>
            </a:r>
            <a:r>
              <a:rPr lang="en-US" dirty="0" err="1"/>
              <a:t>nondimensionless</a:t>
            </a:r>
            <a:r>
              <a:rPr lang="en-US" dirty="0"/>
              <a:t> equation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78C57B0-E35E-47AB-F28C-EC7DA38D1338}"/>
                  </a:ext>
                </a:extLst>
              </p:cNvPr>
              <p:cNvSpPr txBox="1"/>
              <p:nvPr/>
            </p:nvSpPr>
            <p:spPr>
              <a:xfrm>
                <a:off x="2028369" y="5647911"/>
                <a:ext cx="6510803" cy="7757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))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𝑟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𝑖𝑗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0.5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𝑟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𝑖𝑗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sup>
                              </m:sSup>
                            </m:e>
                          </m:d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78C57B0-E35E-47AB-F28C-EC7DA38D13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8369" y="5647911"/>
                <a:ext cx="6510803" cy="77572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4485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6FF7989-4F3B-0D04-C94C-C23517366328}"/>
                  </a:ext>
                </a:extLst>
              </p:cNvPr>
              <p:cNvSpPr txBox="1"/>
              <p:nvPr/>
            </p:nvSpPr>
            <p:spPr>
              <a:xfrm>
                <a:off x="2183379" y="530942"/>
                <a:ext cx="6510803" cy="78771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p>
                                            <m:sSupPr>
                                              <m:ctrlP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𝑟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𝑖𝑗</m:t>
                                                  </m:r>
                                                </m:sub>
                                              </m:sSub>
                                            </m:e>
                                            <m:sup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num>
                                        <m:den>
                                          <m:sSup>
                                            <m:sSupPr>
                                              <m:ctrlP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𝑒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0.5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p>
                                            <m:s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𝑟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𝑖𝑗</m:t>
                                                  </m:r>
                                                </m:sub>
                                              </m:sSub>
                                            </m:e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num>
                                        <m:den>
                                          <m:sSup>
                                            <m:s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𝑒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−4</m:t>
                                  </m:r>
                                </m:sup>
                              </m:sSup>
                            </m:e>
                          </m:d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6FF7989-4F3B-0D04-C94C-C23517366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3379" y="530942"/>
                <a:ext cx="6510803" cy="78771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4209E20B-7665-9C1D-5DB4-121C2575D05D}"/>
              </a:ext>
            </a:extLst>
          </p:cNvPr>
          <p:cNvSpPr txBox="1"/>
          <p:nvPr/>
        </p:nvSpPr>
        <p:spPr>
          <a:xfrm>
            <a:off x="176169" y="161610"/>
            <a:ext cx="2547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After some </a:t>
            </a:r>
            <a:r>
              <a:rPr lang="en-US" dirty="0" err="1"/>
              <a:t>simplication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955D2E-4BB8-89A9-52DC-AA4F3F8FE926}"/>
              </a:ext>
            </a:extLst>
          </p:cNvPr>
          <p:cNvSpPr txBox="1"/>
          <p:nvPr/>
        </p:nvSpPr>
        <p:spPr>
          <a:xfrm>
            <a:off x="176169" y="1537404"/>
            <a:ext cx="2577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equilibrium position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5A5D551-2B6C-1305-CD2E-D76C30768C34}"/>
                  </a:ext>
                </a:extLst>
              </p:cNvPr>
              <p:cNvSpPr txBox="1"/>
              <p:nvPr/>
            </p:nvSpPr>
            <p:spPr>
              <a:xfrm>
                <a:off x="2150728" y="1921323"/>
                <a:ext cx="6096698" cy="4083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1/6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5A5D551-2B6C-1305-CD2E-D76C30768C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0728" y="1921323"/>
                <a:ext cx="6096698" cy="408317"/>
              </a:xfrm>
              <a:prstGeom prst="rect">
                <a:avLst/>
              </a:prstGeom>
              <a:blipFill>
                <a:blip r:embed="rId3"/>
                <a:stretch>
                  <a:fillRect b="-74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2584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C7F2A-837A-3CC3-2F8A-069032554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AAD5A4B0-0AC5-9986-EA33-B761F65C0400}"/>
              </a:ext>
            </a:extLst>
          </p:cNvPr>
          <p:cNvGrpSpPr/>
          <p:nvPr/>
        </p:nvGrpSpPr>
        <p:grpSpPr>
          <a:xfrm>
            <a:off x="0" y="863291"/>
            <a:ext cx="11511531" cy="2270996"/>
            <a:chOff x="0" y="1"/>
            <a:chExt cx="11511531" cy="2270996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A92BDC4-E73A-400C-4F84-9F0ECF10E5C5}"/>
                </a:ext>
              </a:extLst>
            </p:cNvPr>
            <p:cNvSpPr/>
            <p:nvPr/>
          </p:nvSpPr>
          <p:spPr>
            <a:xfrm>
              <a:off x="0" y="1"/>
              <a:ext cx="4091441" cy="2270996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FEBE8168-078D-2CF2-95AD-25F55AB2B2D5}"/>
                    </a:ext>
                  </a:extLst>
                </p:cNvPr>
                <p:cNvSpPr txBox="1"/>
                <p:nvPr/>
              </p:nvSpPr>
              <p:spPr>
                <a:xfrm>
                  <a:off x="23571" y="3948"/>
                  <a:ext cx="4412713" cy="54720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̈"/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400" b="1" i="1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</m:acc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1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400" i="1">
                                                <a:latin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  <m:sub>
                                            <m:r>
                                              <a:rPr lang="en-US" sz="1400" i="1">
                                                <a:latin typeface="Cambria Math" panose="02040503050406030204" pitchFamily="18" charset="0"/>
                                              </a:rPr>
                                              <m:t>𝑖𝑗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0.5</m:t>
                                    </m:r>
                                    <m:d>
                                      <m:dPr>
                                        <m:ctrlP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1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400" i="1">
                                                <a:latin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  <m:sub>
                                            <m:r>
                                              <a:rPr lang="en-US" sz="1400" i="1">
                                                <a:latin typeface="Cambria Math" panose="02040503050406030204" pitchFamily="18" charset="0"/>
                                              </a:rPr>
                                              <m:t>𝑖𝑗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−8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1" i="1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  <m: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1" i="1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FEBE8168-078D-2CF2-95AD-25F55AB2B2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71" y="3948"/>
                  <a:ext cx="4412713" cy="547201"/>
                </a:xfrm>
                <a:prstGeom prst="rect">
                  <a:avLst/>
                </a:prstGeom>
                <a:blipFill>
                  <a:blip r:embed="rId2"/>
                  <a:stretch>
                    <a:fillRect t="-137778" b="-19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EC6032A-E87C-93DF-B244-30DD689CCDF7}"/>
                </a:ext>
              </a:extLst>
            </p:cNvPr>
            <p:cNvSpPr txBox="1"/>
            <p:nvPr/>
          </p:nvSpPr>
          <p:spPr>
            <a:xfrm>
              <a:off x="40270" y="741081"/>
              <a:ext cx="14590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Initial Condition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592FA860-0441-4D0F-9F7C-5B129201E023}"/>
                    </a:ext>
                  </a:extLst>
                </p:cNvPr>
                <p:cNvSpPr txBox="1"/>
                <p:nvPr/>
              </p:nvSpPr>
              <p:spPr>
                <a:xfrm>
                  <a:off x="2061141" y="741081"/>
                  <a:ext cx="438325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(0)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592FA860-0441-4D0F-9F7C-5B129201E0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61141" y="741081"/>
                  <a:ext cx="438325" cy="215444"/>
                </a:xfrm>
                <a:prstGeom prst="rect">
                  <a:avLst/>
                </a:prstGeom>
                <a:blipFill>
                  <a:blip r:embed="rId3"/>
                  <a:stretch>
                    <a:fillRect l="-5556" r="-15278" b="-30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5BCFC5C-5E38-411A-3A86-7163103A3851}"/>
                    </a:ext>
                  </a:extLst>
                </p:cNvPr>
                <p:cNvSpPr txBox="1"/>
                <p:nvPr/>
              </p:nvSpPr>
              <p:spPr>
                <a:xfrm>
                  <a:off x="3216841" y="741081"/>
                  <a:ext cx="449547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 smtClean="0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(0)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5BCFC5C-5E38-411A-3A86-7163103A38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6841" y="741081"/>
                  <a:ext cx="449547" cy="215444"/>
                </a:xfrm>
                <a:prstGeom prst="rect">
                  <a:avLst/>
                </a:prstGeom>
                <a:blipFill>
                  <a:blip r:embed="rId4"/>
                  <a:stretch>
                    <a:fillRect l="-6849" r="-13699" b="-30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73997B11-A2BF-3804-7A4B-3ED71F07580F}"/>
                    </a:ext>
                  </a:extLst>
                </p:cNvPr>
                <p:cNvSpPr txBox="1"/>
                <p:nvPr/>
              </p:nvSpPr>
              <p:spPr>
                <a:xfrm>
                  <a:off x="102718" y="1280623"/>
                  <a:ext cx="2848216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+0.5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̈"/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400" b="1" i="1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</m:acc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(0)</m:t>
                        </m:r>
                        <m:sSup>
                          <m:sSup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73997B11-A2BF-3804-7A4B-3ED71F0758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718" y="1280623"/>
                  <a:ext cx="2848216" cy="215444"/>
                </a:xfrm>
                <a:prstGeom prst="rect">
                  <a:avLst/>
                </a:prstGeom>
                <a:blipFill>
                  <a:blip r:embed="rId5"/>
                  <a:stretch>
                    <a:fillRect l="-642" t="-2857" b="-3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27A9B095-35D4-B6ED-0E26-79D539246E95}"/>
                    </a:ext>
                  </a:extLst>
                </p:cNvPr>
                <p:cNvSpPr txBox="1"/>
                <p:nvPr/>
              </p:nvSpPr>
              <p:spPr>
                <a:xfrm>
                  <a:off x="95401" y="1843836"/>
                  <a:ext cx="3632405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𝑗h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+2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̈"/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400" b="1" i="1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</m:acc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𝑗h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27A9B095-35D4-B6ED-0E26-79D539246E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401" y="1843836"/>
                  <a:ext cx="3632405" cy="215444"/>
                </a:xfrm>
                <a:prstGeom prst="rect">
                  <a:avLst/>
                </a:prstGeom>
                <a:blipFill>
                  <a:blip r:embed="rId6"/>
                  <a:stretch>
                    <a:fillRect l="-336" t="-2857" b="-3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7B0F0BBB-F9A4-226C-ED9B-D03FDC57E736}"/>
                    </a:ext>
                  </a:extLst>
                </p:cNvPr>
                <p:cNvSpPr txBox="1"/>
                <p:nvPr/>
              </p:nvSpPr>
              <p:spPr>
                <a:xfrm>
                  <a:off x="3555579" y="475213"/>
                  <a:ext cx="7738802" cy="62972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1" i="1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𝑗h</m:t>
                                </m:r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</m:d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1" i="1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𝑗h</m:t>
                                </m:r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</m:d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1" i="1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𝑗h</m:t>
                                </m:r>
                              </m:e>
                            </m:d>
                          </m:num>
                          <m:den>
                            <m:sSup>
                              <m:sSup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p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  <m:t>𝑖𝑗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0.5</m:t>
                                    </m:r>
                                    <m:d>
                                      <m:d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  <m:t>𝑖𝑗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−8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1" i="1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1" i="1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7B0F0BBB-F9A4-226C-ED9B-D03FDC57E7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5579" y="475213"/>
                  <a:ext cx="7738802" cy="62972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4D49CF84-2ABD-6FF5-A4FD-CA3A1828ADEF}"/>
                    </a:ext>
                  </a:extLst>
                </p:cNvPr>
                <p:cNvSpPr txBox="1"/>
                <p:nvPr/>
              </p:nvSpPr>
              <p:spPr>
                <a:xfrm>
                  <a:off x="3772729" y="1278821"/>
                  <a:ext cx="7738802" cy="62536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𝑗h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=−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𝑗h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𝑗h</m:t>
                            </m:r>
                          </m:e>
                        </m:d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sz="16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  <m:t>𝑖𝑗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−14</m:t>
                                    </m:r>
                                  </m:sup>
                                </m:sSup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0.5</m:t>
                                    </m:r>
                                    <m:d>
                                      <m:d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  <m:t>𝑖𝑗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−8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1" i="1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1" i="1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4D49CF84-2ABD-6FF5-A4FD-CA3A1828AD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2729" y="1278821"/>
                  <a:ext cx="7738802" cy="62536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BA1C26C1-A243-BB39-F307-425FA015FF35}"/>
              </a:ext>
            </a:extLst>
          </p:cNvPr>
          <p:cNvSpPr/>
          <p:nvPr/>
        </p:nvSpPr>
        <p:spPr>
          <a:xfrm>
            <a:off x="0" y="3861959"/>
            <a:ext cx="4091441" cy="235596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0D4EC41-F49E-C4B4-6F85-60A4552A7683}"/>
                  </a:ext>
                </a:extLst>
              </p:cNvPr>
              <p:cNvSpPr txBox="1"/>
              <p:nvPr/>
            </p:nvSpPr>
            <p:spPr>
              <a:xfrm>
                <a:off x="-311581" y="3896908"/>
                <a:ext cx="4885498" cy="54720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acc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1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𝒓</m:t>
                              </m:r>
                            </m:e>
                          </m:acc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0.5</m:t>
                                  </m:r>
                                  <m:d>
                                    <m:d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−8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0D4EC41-F49E-C4B4-6F85-60A4552A76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11581" y="3896908"/>
                <a:ext cx="4885498" cy="547201"/>
              </a:xfrm>
              <a:prstGeom prst="rect">
                <a:avLst/>
              </a:prstGeom>
              <a:blipFill>
                <a:blip r:embed="rId9"/>
                <a:stretch>
                  <a:fillRect t="-137778" b="-19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922235CD-F51C-E9AD-D347-A109B41FE85C}"/>
              </a:ext>
            </a:extLst>
          </p:cNvPr>
          <p:cNvSpPr txBox="1"/>
          <p:nvPr/>
        </p:nvSpPr>
        <p:spPr>
          <a:xfrm>
            <a:off x="-29944" y="4625999"/>
            <a:ext cx="14590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Initial Condition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132F6AA-558A-CD7E-9DE5-F90F93C2C8DE}"/>
                  </a:ext>
                </a:extLst>
              </p:cNvPr>
              <p:cNvSpPr txBox="1"/>
              <p:nvPr/>
            </p:nvSpPr>
            <p:spPr>
              <a:xfrm>
                <a:off x="2262406" y="4625999"/>
                <a:ext cx="438325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(0)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132F6AA-558A-CD7E-9DE5-F90F93C2C8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2406" y="4625999"/>
                <a:ext cx="438325" cy="215444"/>
              </a:xfrm>
              <a:prstGeom prst="rect">
                <a:avLst/>
              </a:prstGeom>
              <a:blipFill>
                <a:blip r:embed="rId10"/>
                <a:stretch>
                  <a:fillRect l="-5556" r="-15278" b="-3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4ACDA8E-35F4-0ABA-9D9C-BB6BEA25B9C7}"/>
                  </a:ext>
                </a:extLst>
              </p:cNvPr>
              <p:cNvSpPr txBox="1"/>
              <p:nvPr/>
            </p:nvSpPr>
            <p:spPr>
              <a:xfrm>
                <a:off x="3418106" y="4625999"/>
                <a:ext cx="449547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(0)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4ACDA8E-35F4-0ABA-9D9C-BB6BEA25B9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8106" y="4625999"/>
                <a:ext cx="449547" cy="215444"/>
              </a:xfrm>
              <a:prstGeom prst="rect">
                <a:avLst/>
              </a:prstGeom>
              <a:blipFill>
                <a:blip r:embed="rId11"/>
                <a:stretch>
                  <a:fillRect l="-6849" r="-13699" b="-3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46CA5C9-7D67-2837-1D1B-91DBCD2AEBCF}"/>
                  </a:ext>
                </a:extLst>
              </p:cNvPr>
              <p:cNvSpPr txBox="1"/>
              <p:nvPr/>
            </p:nvSpPr>
            <p:spPr>
              <a:xfrm>
                <a:off x="102718" y="5202731"/>
                <a:ext cx="2805832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+0.5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(0)</m:t>
                      </m:r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46CA5C9-7D67-2837-1D1B-91DBCD2AEB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18" y="5202731"/>
                <a:ext cx="2805832" cy="215444"/>
              </a:xfrm>
              <a:prstGeom prst="rect">
                <a:avLst/>
              </a:prstGeom>
              <a:blipFill>
                <a:blip r:embed="rId12"/>
                <a:stretch>
                  <a:fillRect l="-652" b="-30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6EE864D-D282-B617-C209-03B0668FD328}"/>
                  </a:ext>
                </a:extLst>
              </p:cNvPr>
              <p:cNvSpPr txBox="1"/>
              <p:nvPr/>
            </p:nvSpPr>
            <p:spPr>
              <a:xfrm>
                <a:off x="102718" y="5752425"/>
                <a:ext cx="3590021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𝑗h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𝑗h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6EE864D-D282-B617-C209-03B0668FD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18" y="5752425"/>
                <a:ext cx="3590021" cy="215444"/>
              </a:xfrm>
              <a:prstGeom prst="rect">
                <a:avLst/>
              </a:prstGeom>
              <a:blipFill>
                <a:blip r:embed="rId13"/>
                <a:stretch>
                  <a:fillRect l="-340" t="-2857" b="-3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378EB7B-3590-ABB2-EE21-344EFD0DBA55}"/>
                  </a:ext>
                </a:extLst>
              </p:cNvPr>
              <p:cNvSpPr txBox="1"/>
              <p:nvPr/>
            </p:nvSpPr>
            <p:spPr>
              <a:xfrm>
                <a:off x="5470998" y="48479"/>
                <a:ext cx="5441099" cy="41812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𝒂</m:t>
                          </m:r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𝑗h</m:t>
                              </m:r>
                            </m:e>
                          </m:d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acc>
                            <m:accPr>
                              <m:chr m:val="̈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acc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𝑗h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𝑗h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𝑗h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𝑗h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378EB7B-3590-ABB2-EE21-344EFD0DBA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0998" y="48479"/>
                <a:ext cx="5441099" cy="418128"/>
              </a:xfrm>
              <a:prstGeom prst="rect">
                <a:avLst/>
              </a:prstGeom>
              <a:blipFill>
                <a:blip r:embed="rId14"/>
                <a:stretch>
                  <a:fillRect t="-1449" b="-115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B7CB6E2-0F53-D706-1714-F17CA93F26ED}"/>
                  </a:ext>
                </a:extLst>
              </p:cNvPr>
              <p:cNvSpPr txBox="1"/>
              <p:nvPr/>
            </p:nvSpPr>
            <p:spPr>
              <a:xfrm>
                <a:off x="184208" y="118371"/>
                <a:ext cx="4091441" cy="41812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𝒗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𝑗h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acc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𝑗h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𝑗h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𝑗h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B7CB6E2-0F53-D706-1714-F17CA93F26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208" y="118371"/>
                <a:ext cx="4091441" cy="418128"/>
              </a:xfrm>
              <a:prstGeom prst="rect">
                <a:avLst/>
              </a:prstGeom>
              <a:blipFill>
                <a:blip r:embed="rId15"/>
                <a:stretch>
                  <a:fillRect t="-1449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AD6B84F-4602-BAA4-4686-CF5B13FCA9CA}"/>
                  </a:ext>
                </a:extLst>
              </p:cNvPr>
              <p:cNvSpPr txBox="1"/>
              <p:nvPr/>
            </p:nvSpPr>
            <p:spPr>
              <a:xfrm>
                <a:off x="4006408" y="4106380"/>
                <a:ext cx="8485311" cy="55092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𝑗h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sz="1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𝑗h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sz="1400" i="1"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𝑗h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𝑗h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sz="1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𝑗h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0.5</m:t>
                                  </m:r>
                                  <m:d>
                                    <m:d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−8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AD6B84F-4602-BAA4-4686-CF5B13FCA9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6408" y="4106380"/>
                <a:ext cx="8485311" cy="550920"/>
              </a:xfrm>
              <a:prstGeom prst="rect">
                <a:avLst/>
              </a:prstGeom>
              <a:blipFill>
                <a:blip r:embed="rId16"/>
                <a:stretch>
                  <a:fillRect t="-138889" b="-19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082B053-D3AC-DDF7-614A-464BA251B390}"/>
                  </a:ext>
                </a:extLst>
              </p:cNvPr>
              <p:cNvSpPr txBox="1"/>
              <p:nvPr/>
            </p:nvSpPr>
            <p:spPr>
              <a:xfrm>
                <a:off x="3534027" y="4692869"/>
                <a:ext cx="8485311" cy="54720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𝑗h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(−1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𝑗h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𝑗h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0.5</m:t>
                                  </m:r>
                                  <m:d>
                                    <m:d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−8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082B053-D3AC-DDF7-614A-464BA251B3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027" y="4692869"/>
                <a:ext cx="8485311" cy="547201"/>
              </a:xfrm>
              <a:prstGeom prst="rect">
                <a:avLst/>
              </a:prstGeom>
              <a:blipFill>
                <a:blip r:embed="rId17"/>
                <a:stretch>
                  <a:fillRect t="-138889" b="-19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475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F72D05BD-A927-7404-60D6-65FF75598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560"/>
            <a:ext cx="5744000" cy="43992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C4AEDD7-BA01-002A-98F1-985D5E4047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1260" y="0"/>
            <a:ext cx="56235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661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FEA18-F3EB-A87E-18EC-55499835F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E64F547-6337-422C-A2BD-C42C606667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6710434"/>
              </p:ext>
            </p:extLst>
          </p:nvPr>
        </p:nvGraphicFramePr>
        <p:xfrm>
          <a:off x="2032001" y="719665"/>
          <a:ext cx="3623732" cy="33782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7676">
                  <a:extLst>
                    <a:ext uri="{9D8B030D-6E8A-4147-A177-3AD203B41FA5}">
                      <a16:colId xmlns:a16="http://schemas.microsoft.com/office/drawing/2014/main" val="1655369964"/>
                    </a:ext>
                  </a:extLst>
                </a:gridCol>
                <a:gridCol w="517676">
                  <a:extLst>
                    <a:ext uri="{9D8B030D-6E8A-4147-A177-3AD203B41FA5}">
                      <a16:colId xmlns:a16="http://schemas.microsoft.com/office/drawing/2014/main" val="3859538867"/>
                    </a:ext>
                  </a:extLst>
                </a:gridCol>
                <a:gridCol w="517676">
                  <a:extLst>
                    <a:ext uri="{9D8B030D-6E8A-4147-A177-3AD203B41FA5}">
                      <a16:colId xmlns:a16="http://schemas.microsoft.com/office/drawing/2014/main" val="1756217640"/>
                    </a:ext>
                  </a:extLst>
                </a:gridCol>
                <a:gridCol w="517676">
                  <a:extLst>
                    <a:ext uri="{9D8B030D-6E8A-4147-A177-3AD203B41FA5}">
                      <a16:colId xmlns:a16="http://schemas.microsoft.com/office/drawing/2014/main" val="982791659"/>
                    </a:ext>
                  </a:extLst>
                </a:gridCol>
                <a:gridCol w="517676">
                  <a:extLst>
                    <a:ext uri="{9D8B030D-6E8A-4147-A177-3AD203B41FA5}">
                      <a16:colId xmlns:a16="http://schemas.microsoft.com/office/drawing/2014/main" val="3177554917"/>
                    </a:ext>
                  </a:extLst>
                </a:gridCol>
                <a:gridCol w="517676">
                  <a:extLst>
                    <a:ext uri="{9D8B030D-6E8A-4147-A177-3AD203B41FA5}">
                      <a16:colId xmlns:a16="http://schemas.microsoft.com/office/drawing/2014/main" val="3346440501"/>
                    </a:ext>
                  </a:extLst>
                </a:gridCol>
                <a:gridCol w="517676">
                  <a:extLst>
                    <a:ext uri="{9D8B030D-6E8A-4147-A177-3AD203B41FA5}">
                      <a16:colId xmlns:a16="http://schemas.microsoft.com/office/drawing/2014/main" val="883437267"/>
                    </a:ext>
                  </a:extLst>
                </a:gridCol>
              </a:tblGrid>
              <a:tr h="56303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1529327"/>
                  </a:ext>
                </a:extLst>
              </a:tr>
              <a:tr h="56303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6753907"/>
                  </a:ext>
                </a:extLst>
              </a:tr>
              <a:tr h="56303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5799667"/>
                  </a:ext>
                </a:extLst>
              </a:tr>
              <a:tr h="56303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4554409"/>
                  </a:ext>
                </a:extLst>
              </a:tr>
              <a:tr h="56303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7075134"/>
                  </a:ext>
                </a:extLst>
              </a:tr>
              <a:tr h="56303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5959980"/>
                  </a:ext>
                </a:extLst>
              </a:tr>
            </a:tbl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AE43F0A9-07A9-0991-FEDE-6290A90EA579}"/>
              </a:ext>
            </a:extLst>
          </p:cNvPr>
          <p:cNvGrpSpPr/>
          <p:nvPr/>
        </p:nvGrpSpPr>
        <p:grpSpPr>
          <a:xfrm>
            <a:off x="3321652" y="2176943"/>
            <a:ext cx="1044430" cy="553674"/>
            <a:chOff x="3353111" y="2155971"/>
            <a:chExt cx="1044430" cy="553674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B9D656C6-2D53-4898-E1F3-C17300CB5F70}"/>
                </a:ext>
              </a:extLst>
            </p:cNvPr>
            <p:cNvCxnSpPr/>
            <p:nvPr/>
          </p:nvCxnSpPr>
          <p:spPr>
            <a:xfrm>
              <a:off x="3843867" y="2155971"/>
              <a:ext cx="553674" cy="553674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7CD518D-675A-49B2-F9F1-C60C097C8ED7}"/>
                </a:ext>
              </a:extLst>
            </p:cNvPr>
            <p:cNvCxnSpPr/>
            <p:nvPr/>
          </p:nvCxnSpPr>
          <p:spPr>
            <a:xfrm>
              <a:off x="3843867" y="2155971"/>
              <a:ext cx="0" cy="553674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5A078CF-B971-1496-3193-CAD0670B359F}"/>
                </a:ext>
              </a:extLst>
            </p:cNvPr>
            <p:cNvCxnSpPr/>
            <p:nvPr/>
          </p:nvCxnSpPr>
          <p:spPr>
            <a:xfrm>
              <a:off x="3843867" y="2165642"/>
              <a:ext cx="553674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88D1602-8FDF-A004-7D90-BFDEE43C13CA}"/>
                </a:ext>
              </a:extLst>
            </p:cNvPr>
            <p:cNvCxnSpPr/>
            <p:nvPr/>
          </p:nvCxnSpPr>
          <p:spPr>
            <a:xfrm flipH="1">
              <a:off x="3353111" y="2155971"/>
              <a:ext cx="490756" cy="490756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8BC67F1-9C71-BB84-4962-E43D744EF366}"/>
              </a:ext>
            </a:extLst>
          </p:cNvPr>
          <p:cNvGrpSpPr/>
          <p:nvPr/>
        </p:nvGrpSpPr>
        <p:grpSpPr>
          <a:xfrm>
            <a:off x="3328831" y="1576502"/>
            <a:ext cx="1044430" cy="553674"/>
            <a:chOff x="3353111" y="2155971"/>
            <a:chExt cx="1044430" cy="553674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58CFED0-ED79-EFDA-0DD3-CD9EB580B881}"/>
                </a:ext>
              </a:extLst>
            </p:cNvPr>
            <p:cNvCxnSpPr/>
            <p:nvPr/>
          </p:nvCxnSpPr>
          <p:spPr>
            <a:xfrm>
              <a:off x="3843867" y="2155971"/>
              <a:ext cx="553674" cy="553674"/>
            </a:xfrm>
            <a:prstGeom prst="line">
              <a:avLst/>
            </a:prstGeom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080A618-45E5-BE74-DC6B-E159297F94EF}"/>
                </a:ext>
              </a:extLst>
            </p:cNvPr>
            <p:cNvCxnSpPr/>
            <p:nvPr/>
          </p:nvCxnSpPr>
          <p:spPr>
            <a:xfrm>
              <a:off x="3843867" y="2155971"/>
              <a:ext cx="0" cy="553674"/>
            </a:xfrm>
            <a:prstGeom prst="line">
              <a:avLst/>
            </a:prstGeom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CF87AE3-8B2D-3656-1C82-13EEEA2283D1}"/>
                </a:ext>
              </a:extLst>
            </p:cNvPr>
            <p:cNvCxnSpPr/>
            <p:nvPr/>
          </p:nvCxnSpPr>
          <p:spPr>
            <a:xfrm>
              <a:off x="3843867" y="2165642"/>
              <a:ext cx="553674" cy="0"/>
            </a:xfrm>
            <a:prstGeom prst="line">
              <a:avLst/>
            </a:prstGeom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F84498A-7E33-463B-7AD7-C098D3BB8FC7}"/>
                </a:ext>
              </a:extLst>
            </p:cNvPr>
            <p:cNvCxnSpPr/>
            <p:nvPr/>
          </p:nvCxnSpPr>
          <p:spPr>
            <a:xfrm flipH="1">
              <a:off x="3353111" y="2155971"/>
              <a:ext cx="490756" cy="490756"/>
            </a:xfrm>
            <a:prstGeom prst="line">
              <a:avLst/>
            </a:prstGeom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2646D3B-6533-E50F-01EB-83422DBDFCB1}"/>
              </a:ext>
            </a:extLst>
          </p:cNvPr>
          <p:cNvGrpSpPr/>
          <p:nvPr/>
        </p:nvGrpSpPr>
        <p:grpSpPr>
          <a:xfrm>
            <a:off x="2721920" y="2176943"/>
            <a:ext cx="1044430" cy="553674"/>
            <a:chOff x="3353111" y="2155971"/>
            <a:chExt cx="1044430" cy="55367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0E26807-0E52-D8CB-02CE-BBAD6A5ADF24}"/>
                </a:ext>
              </a:extLst>
            </p:cNvPr>
            <p:cNvCxnSpPr/>
            <p:nvPr/>
          </p:nvCxnSpPr>
          <p:spPr>
            <a:xfrm>
              <a:off x="3843867" y="2155971"/>
              <a:ext cx="553674" cy="553674"/>
            </a:xfrm>
            <a:prstGeom prst="line">
              <a:avLst/>
            </a:prstGeom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CBCE06E-E7E4-F861-98F4-726CB65DF708}"/>
                </a:ext>
              </a:extLst>
            </p:cNvPr>
            <p:cNvCxnSpPr/>
            <p:nvPr/>
          </p:nvCxnSpPr>
          <p:spPr>
            <a:xfrm>
              <a:off x="3843867" y="2155971"/>
              <a:ext cx="0" cy="553674"/>
            </a:xfrm>
            <a:prstGeom prst="line">
              <a:avLst/>
            </a:prstGeom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655D2FB-50DC-E55F-D7C6-2D6E2D8C35BA}"/>
                </a:ext>
              </a:extLst>
            </p:cNvPr>
            <p:cNvCxnSpPr/>
            <p:nvPr/>
          </p:nvCxnSpPr>
          <p:spPr>
            <a:xfrm>
              <a:off x="3843867" y="2165642"/>
              <a:ext cx="553674" cy="0"/>
            </a:xfrm>
            <a:prstGeom prst="line">
              <a:avLst/>
            </a:prstGeom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3EF74D2-C017-3A8F-AAA8-513FE884A4C2}"/>
                </a:ext>
              </a:extLst>
            </p:cNvPr>
            <p:cNvCxnSpPr/>
            <p:nvPr/>
          </p:nvCxnSpPr>
          <p:spPr>
            <a:xfrm flipH="1">
              <a:off x="3353111" y="2155971"/>
              <a:ext cx="490756" cy="490756"/>
            </a:xfrm>
            <a:prstGeom prst="line">
              <a:avLst/>
            </a:prstGeom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60BB022-B500-F83B-8A55-76DCB45E4FFE}"/>
              </a:ext>
            </a:extLst>
          </p:cNvPr>
          <p:cNvGrpSpPr/>
          <p:nvPr/>
        </p:nvGrpSpPr>
        <p:grpSpPr>
          <a:xfrm>
            <a:off x="3935741" y="1579693"/>
            <a:ext cx="1044430" cy="553674"/>
            <a:chOff x="3353111" y="2155971"/>
            <a:chExt cx="1044430" cy="553674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B0C78CF-6277-73AA-2A82-8832D5C2D94D}"/>
                </a:ext>
              </a:extLst>
            </p:cNvPr>
            <p:cNvCxnSpPr/>
            <p:nvPr/>
          </p:nvCxnSpPr>
          <p:spPr>
            <a:xfrm>
              <a:off x="3843867" y="2155971"/>
              <a:ext cx="553674" cy="553674"/>
            </a:xfrm>
            <a:prstGeom prst="line">
              <a:avLst/>
            </a:prstGeom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C0B8385-DDA3-D76A-FA21-561033E237BC}"/>
                </a:ext>
              </a:extLst>
            </p:cNvPr>
            <p:cNvCxnSpPr/>
            <p:nvPr/>
          </p:nvCxnSpPr>
          <p:spPr>
            <a:xfrm>
              <a:off x="3843867" y="2155971"/>
              <a:ext cx="0" cy="553674"/>
            </a:xfrm>
            <a:prstGeom prst="line">
              <a:avLst/>
            </a:prstGeom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02DCB8A-7ACB-7B7E-0877-05EFAF6E9A91}"/>
                </a:ext>
              </a:extLst>
            </p:cNvPr>
            <p:cNvCxnSpPr/>
            <p:nvPr/>
          </p:nvCxnSpPr>
          <p:spPr>
            <a:xfrm>
              <a:off x="3843867" y="2165642"/>
              <a:ext cx="553674" cy="0"/>
            </a:xfrm>
            <a:prstGeom prst="line">
              <a:avLst/>
            </a:prstGeom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86B348D-7599-9F21-778B-44BF04259A72}"/>
                </a:ext>
              </a:extLst>
            </p:cNvPr>
            <p:cNvCxnSpPr/>
            <p:nvPr/>
          </p:nvCxnSpPr>
          <p:spPr>
            <a:xfrm flipH="1">
              <a:off x="3353111" y="2155971"/>
              <a:ext cx="490756" cy="490756"/>
            </a:xfrm>
            <a:prstGeom prst="line">
              <a:avLst/>
            </a:prstGeom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CB57363-1800-E6EB-7706-453D757E75F3}"/>
              </a:ext>
            </a:extLst>
          </p:cNvPr>
          <p:cNvGrpSpPr/>
          <p:nvPr/>
        </p:nvGrpSpPr>
        <p:grpSpPr>
          <a:xfrm>
            <a:off x="2721920" y="1570022"/>
            <a:ext cx="1044430" cy="553674"/>
            <a:chOff x="3353111" y="2155971"/>
            <a:chExt cx="1044430" cy="553674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466C9DC-DEA9-0D2F-6C1A-27788AEE3BC7}"/>
                </a:ext>
              </a:extLst>
            </p:cNvPr>
            <p:cNvCxnSpPr/>
            <p:nvPr/>
          </p:nvCxnSpPr>
          <p:spPr>
            <a:xfrm>
              <a:off x="3843867" y="2155971"/>
              <a:ext cx="553674" cy="553674"/>
            </a:xfrm>
            <a:prstGeom prst="line">
              <a:avLst/>
            </a:prstGeom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E230EBF-8789-9D54-032B-3C6D91DD9CCF}"/>
                </a:ext>
              </a:extLst>
            </p:cNvPr>
            <p:cNvCxnSpPr/>
            <p:nvPr/>
          </p:nvCxnSpPr>
          <p:spPr>
            <a:xfrm>
              <a:off x="3843867" y="2155971"/>
              <a:ext cx="0" cy="553674"/>
            </a:xfrm>
            <a:prstGeom prst="line">
              <a:avLst/>
            </a:prstGeom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B4B45AB-ECB7-0C4A-638A-31229E87D423}"/>
                </a:ext>
              </a:extLst>
            </p:cNvPr>
            <p:cNvCxnSpPr/>
            <p:nvPr/>
          </p:nvCxnSpPr>
          <p:spPr>
            <a:xfrm>
              <a:off x="3843867" y="2165642"/>
              <a:ext cx="553674" cy="0"/>
            </a:xfrm>
            <a:prstGeom prst="line">
              <a:avLst/>
            </a:prstGeom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A3380A1-5AEB-A807-2E59-913083C85EC2}"/>
                </a:ext>
              </a:extLst>
            </p:cNvPr>
            <p:cNvCxnSpPr/>
            <p:nvPr/>
          </p:nvCxnSpPr>
          <p:spPr>
            <a:xfrm flipH="1">
              <a:off x="3353111" y="2155971"/>
              <a:ext cx="490756" cy="490756"/>
            </a:xfrm>
            <a:prstGeom prst="line">
              <a:avLst/>
            </a:prstGeom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6813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9FD56-D22C-20FA-D7A9-1FB84AB4F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C5C1BA5-0BF4-4F00-BF4D-9962E0CC3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64" y="194803"/>
            <a:ext cx="6379836" cy="646839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EB32507-A7ED-6C45-A128-0B1A31B33534}"/>
              </a:ext>
            </a:extLst>
          </p:cNvPr>
          <p:cNvSpPr txBox="1"/>
          <p:nvPr/>
        </p:nvSpPr>
        <p:spPr>
          <a:xfrm>
            <a:off x="6756400" y="821267"/>
            <a:ext cx="333418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Energy Conserved?</a:t>
            </a:r>
          </a:p>
          <a:p>
            <a:endParaRPr lang="en-US" dirty="0"/>
          </a:p>
          <a:p>
            <a:r>
              <a:rPr lang="en-US" dirty="0"/>
              <a:t>Attraction is not strong enough?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126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0F872-C30E-B7E2-8B12-2D8F95635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1567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91C79-2F50-840C-C8C8-6C089246B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86293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5523C-800F-7D92-700F-907538163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3720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39925-D279-C206-C068-FE948573E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28713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29140-162E-53B9-E760-701AC0BA4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260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1099</TotalTime>
  <Words>295</Words>
  <Application>Microsoft Office PowerPoint</Application>
  <PresentationFormat>Widescreen</PresentationFormat>
  <Paragraphs>39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Xinyun Liu</dc:creator>
  <cp:lastModifiedBy>Liu, Xinyun</cp:lastModifiedBy>
  <cp:revision>61</cp:revision>
  <dcterms:created xsi:type="dcterms:W3CDTF">2025-11-06T19:52:28Z</dcterms:created>
  <dcterms:modified xsi:type="dcterms:W3CDTF">2025-12-04T19:23:57Z</dcterms:modified>
</cp:coreProperties>
</file>